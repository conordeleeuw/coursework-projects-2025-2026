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2"/>
  </p:sldIdLst>
  <p:sldSz cx="43891200" cy="32918400"/>
  <p:notesSz cx="6858000" cy="9144000"/>
  <p:embeddedFontLst>
    <p:embeddedFont>
      <p:font typeface="Libre Baskerville" panose="02000000000000000000" pitchFamily="2" charset="0"/>
      <p:regular r:id="rId3"/>
      <p:bold r:id="rId4"/>
      <p:italic r:id="rId5"/>
    </p:embeddedFont>
    <p:embeddedFont>
      <p:font typeface="Montserrat Light" panose="00000400000000000000" pitchFamily="2" charset="0"/>
      <p:regular r:id="rId6"/>
      <p:italic r:id="rId7"/>
    </p:embeddedFont>
  </p:embeddedFontLst>
  <p:custDataLst>
    <p:tags r:id="rId8"/>
  </p:custDataLst>
  <p:defaultTextStyle>
    <a:defPPr>
      <a:defRPr lang="en-US"/>
    </a:defPPr>
    <a:lvl1pPr algn="l" rtl="0" fontAlgn="base">
      <a:spcBef>
        <a:spcPct val="0"/>
      </a:spcBef>
      <a:spcAft>
        <a:spcPct val="0"/>
      </a:spcAft>
      <a:defRPr sz="3800" kern="1200">
        <a:solidFill>
          <a:schemeClr val="tx1"/>
        </a:solidFill>
        <a:latin typeface="Arial"/>
        <a:ea typeface="+mn-ea"/>
        <a:cs typeface="+mn-cs"/>
      </a:defRPr>
    </a:lvl1pPr>
    <a:lvl2pPr marL="457200" algn="l" rtl="0" fontAlgn="base">
      <a:spcBef>
        <a:spcPct val="0"/>
      </a:spcBef>
      <a:spcAft>
        <a:spcPct val="0"/>
      </a:spcAft>
      <a:defRPr sz="3800" kern="1200">
        <a:solidFill>
          <a:schemeClr val="tx1"/>
        </a:solidFill>
        <a:latin typeface="Arial"/>
        <a:ea typeface="+mn-ea"/>
        <a:cs typeface="+mn-cs"/>
      </a:defRPr>
    </a:lvl2pPr>
    <a:lvl3pPr marL="914400" algn="l" rtl="0" fontAlgn="base">
      <a:spcBef>
        <a:spcPct val="0"/>
      </a:spcBef>
      <a:spcAft>
        <a:spcPct val="0"/>
      </a:spcAft>
      <a:defRPr sz="3800" kern="1200">
        <a:solidFill>
          <a:schemeClr val="tx1"/>
        </a:solidFill>
        <a:latin typeface="Arial"/>
        <a:ea typeface="+mn-ea"/>
        <a:cs typeface="+mn-cs"/>
      </a:defRPr>
    </a:lvl3pPr>
    <a:lvl4pPr marL="1371600" algn="l" rtl="0" fontAlgn="base">
      <a:spcBef>
        <a:spcPct val="0"/>
      </a:spcBef>
      <a:spcAft>
        <a:spcPct val="0"/>
      </a:spcAft>
      <a:defRPr sz="3800" kern="1200">
        <a:solidFill>
          <a:schemeClr val="tx1"/>
        </a:solidFill>
        <a:latin typeface="Arial"/>
        <a:ea typeface="+mn-ea"/>
        <a:cs typeface="+mn-cs"/>
      </a:defRPr>
    </a:lvl4pPr>
    <a:lvl5pPr marL="1828800" algn="l" rtl="0" fontAlgn="base">
      <a:spcBef>
        <a:spcPct val="0"/>
      </a:spcBef>
      <a:spcAft>
        <a:spcPct val="0"/>
      </a:spcAft>
      <a:defRPr sz="3800" kern="1200">
        <a:solidFill>
          <a:schemeClr val="tx1"/>
        </a:solidFill>
        <a:latin typeface="Arial"/>
        <a:ea typeface="+mn-ea"/>
        <a:cs typeface="+mn-cs"/>
      </a:defRPr>
    </a:lvl5pPr>
    <a:lvl6pPr marL="2286000" algn="l" defTabSz="914400" rtl="0" eaLnBrk="1" latinLnBrk="0" hangingPunct="1">
      <a:defRPr sz="3800" kern="1200">
        <a:solidFill>
          <a:schemeClr val="tx1"/>
        </a:solidFill>
        <a:latin typeface="Arial"/>
        <a:ea typeface="+mn-ea"/>
        <a:cs typeface="+mn-cs"/>
      </a:defRPr>
    </a:lvl6pPr>
    <a:lvl7pPr marL="2743200" algn="l" defTabSz="914400" rtl="0" eaLnBrk="1" latinLnBrk="0" hangingPunct="1">
      <a:defRPr sz="3800" kern="1200">
        <a:solidFill>
          <a:schemeClr val="tx1"/>
        </a:solidFill>
        <a:latin typeface="Arial"/>
        <a:ea typeface="+mn-ea"/>
        <a:cs typeface="+mn-cs"/>
      </a:defRPr>
    </a:lvl7pPr>
    <a:lvl8pPr marL="3200400" algn="l" defTabSz="914400" rtl="0" eaLnBrk="1" latinLnBrk="0" hangingPunct="1">
      <a:defRPr sz="3800" kern="1200">
        <a:solidFill>
          <a:schemeClr val="tx1"/>
        </a:solidFill>
        <a:latin typeface="Arial"/>
        <a:ea typeface="+mn-ea"/>
        <a:cs typeface="+mn-cs"/>
      </a:defRPr>
    </a:lvl8pPr>
    <a:lvl9pPr marL="3657600" algn="l" defTabSz="914400" rtl="0" eaLnBrk="1" latinLnBrk="0" hangingPunct="1">
      <a:defRPr sz="3800" kern="1200">
        <a:solidFill>
          <a:schemeClr val="tx1"/>
        </a:solidFill>
        <a:latin typeface="Arial"/>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p:scale>
          <a:sx n="15" d="100"/>
          <a:sy n="15" d="100"/>
        </p:scale>
        <p:origin x="1420" y="32"/>
      </p:cViewPr>
      <p:guideLst>
        <p:guide orient="horz" pos="10368"/>
        <p:guide pos="13824"/>
      </p:guideLst>
    </p:cSldViewPr>
  </p:slideViewPr>
  <p:notesTextViewPr>
    <p:cViewPr>
      <p:scale>
        <a:sx n="100" d="100"/>
        <a:sy n="100" d="100"/>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font" Target="fonts/font1.fntdata"/><Relationship Id="rId7" Type="http://schemas.openxmlformats.org/officeDocument/2006/relationships/font" Target="fonts/font5.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theme" Target="theme/theme1.xml"/><Relationship Id="rId5" Type="http://schemas.openxmlformats.org/officeDocument/2006/relationships/font" Target="fonts/font3.fntdata"/><Relationship Id="rId10" Type="http://schemas.openxmlformats.org/officeDocument/2006/relationships/viewProps" Target="viewProps.xml"/><Relationship Id="rId4" Type="http://schemas.openxmlformats.org/officeDocument/2006/relationships/font" Target="fonts/font2.fntdata"/><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5" y="10226675"/>
            <a:ext cx="37306250" cy="7054850"/>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6583363" y="18653125"/>
            <a:ext cx="30724475" cy="8413750"/>
          </a:xfrm>
        </p:spPr>
        <p:txBody>
          <a:bodyPr/>
          <a:lstStyle>
            <a:defPPr>
              <a:defRPr kern="1200"/>
            </a:defPPr>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8DF5FCE-FDEA-4465-BCF6-C7F63911A9A6}" type="slidenum">
              <a:rPr lang="en-US"/>
              <a:pPr>
                <a:defRPr/>
              </a:pPr>
              <a:t>‹#›</a:t>
            </a:fld>
            <a:endParaRPr lang="en-US"/>
          </a:p>
        </p:txBody>
      </p:sp>
    </p:spTree>
    <p:extLst>
      <p:ext uri="{BB962C8B-B14F-4D97-AF65-F5344CB8AC3E}">
        <p14:creationId xmlns:p14="http://schemas.microsoft.com/office/powerpoint/2010/main" val="341606170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43242BF-F4C0-49CF-80EA-38D6C064D587}" type="slidenum">
              <a:rPr lang="en-US"/>
              <a:pPr>
                <a:defRPr/>
              </a:pPr>
              <a:t>‹#›</a:t>
            </a:fld>
            <a:endParaRPr lang="en-US"/>
          </a:p>
        </p:txBody>
      </p:sp>
    </p:spTree>
    <p:extLst>
      <p:ext uri="{BB962C8B-B14F-4D97-AF65-F5344CB8AC3E}">
        <p14:creationId xmlns:p14="http://schemas.microsoft.com/office/powerpoint/2010/main" val="205629843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0" y="21153438"/>
            <a:ext cx="37307838" cy="6537325"/>
          </a:xfrm>
        </p:spPr>
        <p:txBody>
          <a:bodyPr anchor="t"/>
          <a:lstStyle>
            <a:defPPr>
              <a:defRPr kern="1200"/>
            </a:defPPr>
            <a:lvl1pPr algn="l">
              <a:defRPr sz="4000" b="1" cap="all"/>
            </a:lvl1pPr>
          </a:lstStyle>
          <a:p>
            <a:r>
              <a:rPr lang="en-US"/>
              <a:t>Click to edit Master title style</a:t>
            </a:r>
          </a:p>
        </p:txBody>
      </p:sp>
      <p:sp>
        <p:nvSpPr>
          <p:cNvPr id="3" name="Text Placeholder 2"/>
          <p:cNvSpPr>
            <a:spLocks noGrp="1"/>
          </p:cNvSpPr>
          <p:nvPr>
            <p:ph type="body" idx="1"/>
          </p:nvPr>
        </p:nvSpPr>
        <p:spPr>
          <a:xfrm>
            <a:off x="3467100" y="13952538"/>
            <a:ext cx="37307838" cy="7200900"/>
          </a:xfrm>
        </p:spPr>
        <p:txBody>
          <a:bodyPr anchor="b"/>
          <a:lstStyle>
            <a:defPPr>
              <a:defRPr kern="1200"/>
            </a:defPPr>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29423EF-61E0-492B-A58A-8462960B8BF6}" type="slidenum">
              <a:rPr lang="en-US"/>
              <a:pPr>
                <a:defRPr/>
              </a:pPr>
              <a:t>‹#›</a:t>
            </a:fld>
            <a:endParaRPr lang="en-US"/>
          </a:p>
        </p:txBody>
      </p:sp>
    </p:spTree>
    <p:extLst>
      <p:ext uri="{BB962C8B-B14F-4D97-AF65-F5344CB8AC3E}">
        <p14:creationId xmlns:p14="http://schemas.microsoft.com/office/powerpoint/2010/main" val="125227207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2193925" y="7680325"/>
            <a:ext cx="19675475" cy="21726525"/>
          </a:xfrm>
        </p:spPr>
        <p:txBody>
          <a:bodyPr/>
          <a:lstStyle>
            <a:defPPr>
              <a:defRPr kern="1200"/>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21800" y="7680325"/>
            <a:ext cx="19675475" cy="21726525"/>
          </a:xfrm>
        </p:spPr>
        <p:txBody>
          <a:bodyPr/>
          <a:lstStyle>
            <a:defPPr>
              <a:defRPr kern="1200"/>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80F45B66-FD4B-43D3-97DD-29BBADAFE8FC}" type="slidenum">
              <a:rPr lang="en-US"/>
              <a:pPr>
                <a:defRPr/>
              </a:pPr>
              <a:t>‹#›</a:t>
            </a:fld>
            <a:endParaRPr lang="en-US"/>
          </a:p>
        </p:txBody>
      </p:sp>
    </p:spTree>
    <p:extLst>
      <p:ext uri="{BB962C8B-B14F-4D97-AF65-F5344CB8AC3E}">
        <p14:creationId xmlns:p14="http://schemas.microsoft.com/office/powerpoint/2010/main" val="123935441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2193925" y="7369175"/>
            <a:ext cx="19392900" cy="3070225"/>
          </a:xfrm>
        </p:spPr>
        <p:txBody>
          <a:bodyPr anchor="b"/>
          <a:lstStyle>
            <a:defPPr>
              <a:defRPr kern="1200"/>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3925" y="10439400"/>
            <a:ext cx="19392900" cy="18965862"/>
          </a:xfrm>
        </p:spPr>
        <p:txBody>
          <a:bodyPr/>
          <a:lstStyle>
            <a:defPPr>
              <a:defRPr kern="1200"/>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38" y="7369175"/>
            <a:ext cx="19400838" cy="3070225"/>
          </a:xfrm>
        </p:spPr>
        <p:txBody>
          <a:bodyPr anchor="b"/>
          <a:lstStyle>
            <a:defPPr>
              <a:defRPr kern="1200"/>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6438" y="10439400"/>
            <a:ext cx="19400838" cy="18965862"/>
          </a:xfrm>
        </p:spPr>
        <p:txBody>
          <a:bodyPr/>
          <a:lstStyle>
            <a:defPPr>
              <a:defRPr kern="1200"/>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134DC469-4A79-40F8-9FD1-29BC04AA7011}" type="slidenum">
              <a:rPr lang="en-US"/>
              <a:pPr>
                <a:defRPr/>
              </a:pPr>
              <a:t>‹#›</a:t>
            </a:fld>
            <a:endParaRPr lang="en-US"/>
          </a:p>
        </p:txBody>
      </p:sp>
    </p:spTree>
    <p:extLst>
      <p:ext uri="{BB962C8B-B14F-4D97-AF65-F5344CB8AC3E}">
        <p14:creationId xmlns:p14="http://schemas.microsoft.com/office/powerpoint/2010/main" val="66336822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E77ED9D9-385C-4EF3-825C-DD7EC451E098}" type="slidenum">
              <a:rPr lang="en-US"/>
              <a:pPr>
                <a:defRPr/>
              </a:pPr>
              <a:t>‹#›</a:t>
            </a:fld>
            <a:endParaRPr lang="en-US"/>
          </a:p>
        </p:txBody>
      </p:sp>
    </p:spTree>
    <p:extLst>
      <p:ext uri="{BB962C8B-B14F-4D97-AF65-F5344CB8AC3E}">
        <p14:creationId xmlns:p14="http://schemas.microsoft.com/office/powerpoint/2010/main" val="14684049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6D843B82-F4E2-4569-B1E8-B9E053E8F458}" type="slidenum">
              <a:rPr lang="en-US"/>
              <a:pPr>
                <a:defRPr/>
              </a:pPr>
              <a:t>‹#›</a:t>
            </a:fld>
            <a:endParaRPr lang="en-US"/>
          </a:p>
        </p:txBody>
      </p:sp>
    </p:spTree>
    <p:extLst>
      <p:ext uri="{BB962C8B-B14F-4D97-AF65-F5344CB8AC3E}">
        <p14:creationId xmlns:p14="http://schemas.microsoft.com/office/powerpoint/2010/main" val="357665208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1275"/>
            <a:ext cx="14439900" cy="5576888"/>
          </a:xfrm>
        </p:spPr>
        <p:txBody>
          <a:bodyPr anchor="b"/>
          <a:lstStyle>
            <a:defPPr>
              <a:defRPr kern="1200"/>
            </a:defPPr>
            <a:lvl1pPr algn="l">
              <a:defRPr sz="2000" b="1"/>
            </a:lvl1pPr>
          </a:lstStyle>
          <a:p>
            <a:r>
              <a:rPr lang="en-US"/>
              <a:t>Click to edit Master title style</a:t>
            </a:r>
          </a:p>
        </p:txBody>
      </p:sp>
      <p:sp>
        <p:nvSpPr>
          <p:cNvPr id="3" name="Content Placeholder 2"/>
          <p:cNvSpPr>
            <a:spLocks noGrp="1"/>
          </p:cNvSpPr>
          <p:nvPr>
            <p:ph idx="1"/>
          </p:nvPr>
        </p:nvSpPr>
        <p:spPr>
          <a:xfrm>
            <a:off x="17160875" y="1311275"/>
            <a:ext cx="24536400" cy="28093988"/>
          </a:xfrm>
        </p:spPr>
        <p:txBody>
          <a:bodyPr/>
          <a:lstStyle>
            <a:defPPr>
              <a:defRPr kern="1200"/>
            </a:defPPr>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5" y="6888163"/>
            <a:ext cx="14439900" cy="22517100"/>
          </a:xfrm>
        </p:spPr>
        <p:txBody>
          <a:bodyPr/>
          <a:lstStyle>
            <a:defPPr>
              <a:defRPr kern="1200"/>
            </a:defPPr>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63D2E94D-57D8-45DE-BBE8-59CBB7A5E382}" type="slidenum">
              <a:rPr lang="en-US"/>
              <a:pPr>
                <a:defRPr/>
              </a:pPr>
              <a:t>‹#›</a:t>
            </a:fld>
            <a:endParaRPr lang="en-US"/>
          </a:p>
        </p:txBody>
      </p:sp>
    </p:spTree>
    <p:extLst>
      <p:ext uri="{BB962C8B-B14F-4D97-AF65-F5344CB8AC3E}">
        <p14:creationId xmlns:p14="http://schemas.microsoft.com/office/powerpoint/2010/main" val="115146592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3" y="23042562"/>
            <a:ext cx="26335038" cy="2720975"/>
          </a:xfrm>
        </p:spPr>
        <p:txBody>
          <a:bodyPr anchor="b"/>
          <a:lstStyle>
            <a:defPPr>
              <a:defRPr kern="1200"/>
            </a:defPPr>
            <a:lvl1pPr algn="l">
              <a:defRPr sz="2000" b="1"/>
            </a:lvl1pPr>
          </a:lstStyle>
          <a:p>
            <a:r>
              <a:rPr lang="en-US"/>
              <a:t>Click to edit Master title style</a:t>
            </a:r>
          </a:p>
        </p:txBody>
      </p:sp>
      <p:sp>
        <p:nvSpPr>
          <p:cNvPr id="3" name="Picture Placeholder 2"/>
          <p:cNvSpPr>
            <a:spLocks noGrp="1"/>
          </p:cNvSpPr>
          <p:nvPr>
            <p:ph type="pic" idx="1"/>
          </p:nvPr>
        </p:nvSpPr>
        <p:spPr>
          <a:xfrm>
            <a:off x="8602663" y="2941638"/>
            <a:ext cx="26335038" cy="19750088"/>
          </a:xfrm>
        </p:spPr>
        <p:txBody>
          <a:bodyPr/>
          <a:lstStyle>
            <a:defPPr>
              <a:defRPr kern="1200"/>
            </a:defPPr>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602663" y="25763538"/>
            <a:ext cx="26335038" cy="3862387"/>
          </a:xfrm>
        </p:spPr>
        <p:txBody>
          <a:bodyPr/>
          <a:lstStyle>
            <a:defPPr>
              <a:defRPr kern="1200"/>
            </a:defPPr>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01FD068A-1390-4726-BE45-AB18C473BC6F}" type="slidenum">
              <a:rPr lang="en-US"/>
              <a:pPr>
                <a:defRPr/>
              </a:pPr>
              <a:t>‹#›</a:t>
            </a:fld>
            <a:endParaRPr lang="en-US"/>
          </a:p>
        </p:txBody>
      </p:sp>
    </p:spTree>
    <p:extLst>
      <p:ext uri="{BB962C8B-B14F-4D97-AF65-F5344CB8AC3E}">
        <p14:creationId xmlns:p14="http://schemas.microsoft.com/office/powerpoint/2010/main" val="355848895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E3CA81D-4204-48B1-A4D7-36EFD127B2F8}" type="slidenum">
              <a:rPr lang="en-US"/>
              <a:pPr>
                <a:defRPr/>
              </a:pPr>
              <a:t>‹#›</a:t>
            </a:fld>
            <a:endParaRPr lang="en-US"/>
          </a:p>
        </p:txBody>
      </p:sp>
    </p:spTree>
    <p:extLst>
      <p:ext uri="{BB962C8B-B14F-4D97-AF65-F5344CB8AC3E}">
        <p14:creationId xmlns:p14="http://schemas.microsoft.com/office/powerpoint/2010/main" val="280155094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438" y="1317625"/>
            <a:ext cx="9875837" cy="28089225"/>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2193925" y="1317625"/>
            <a:ext cx="29475112" cy="28089225"/>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B1D08C6D-384C-4677-A8CE-0D580832C4AA}" type="slidenum">
              <a:rPr lang="en-US"/>
              <a:pPr>
                <a:defRPr/>
              </a:pPr>
              <a:t>‹#›</a:t>
            </a:fld>
            <a:endParaRPr lang="en-US"/>
          </a:p>
        </p:txBody>
      </p:sp>
    </p:spTree>
    <p:extLst>
      <p:ext uri="{BB962C8B-B14F-4D97-AF65-F5344CB8AC3E}">
        <p14:creationId xmlns:p14="http://schemas.microsoft.com/office/powerpoint/2010/main" val="272304977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p:spPr>
        <p:txBody>
          <a:bodyPr/>
          <a:lstStyle>
            <a:defPPr>
              <a:defRPr kern="1200"/>
            </a:defPPr>
          </a:lstStyle>
          <a:p>
            <a:r>
              <a:rPr lang="en-US"/>
              <a:t>Click to edit Master title style</a:t>
            </a:r>
          </a:p>
        </p:txBody>
      </p:sp>
      <p:sp>
        <p:nvSpPr>
          <p:cNvPr id="3" name="Text Placeholder 2"/>
          <p:cNvSpPr>
            <a:spLocks noGrp="1"/>
          </p:cNvSpPr>
          <p:nvPr>
            <p:ph type="body" sz="half" idx="1"/>
          </p:nvPr>
        </p:nvSpPr>
        <p:spPr>
          <a:xfrm>
            <a:off x="2193925" y="7680325"/>
            <a:ext cx="19675475" cy="21726525"/>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21800" y="7680325"/>
            <a:ext cx="19675475" cy="21726525"/>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B947A3F5-B070-47AF-A223-F33332FE8B86}" type="slidenum">
              <a:rPr lang="en-US"/>
              <a:pPr>
                <a:defRPr/>
              </a:pPr>
              <a:t>‹#›</a:t>
            </a:fld>
            <a:endParaRPr lang="en-US"/>
          </a:p>
        </p:txBody>
      </p:sp>
    </p:spTree>
    <p:extLst>
      <p:ext uri="{BB962C8B-B14F-4D97-AF65-F5344CB8AC3E}">
        <p14:creationId xmlns:p14="http://schemas.microsoft.com/office/powerpoint/2010/main" val="120761965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193925" y="1317625"/>
            <a:ext cx="3950335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70254" tIns="235127" rIns="470254" bIns="235127"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2193925" y="7680325"/>
            <a:ext cx="39503350" cy="2172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70254" tIns="235127" rIns="470254" bIns="235127"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2193925" y="29978350"/>
            <a:ext cx="10242550" cy="2286000"/>
          </a:xfrm>
          <a:prstGeom prst="rect">
            <a:avLst/>
          </a:prstGeom>
          <a:noFill/>
          <a:ln>
            <a:noFill/>
          </a:ln>
        </p:spPr>
        <p:txBody>
          <a:bodyPr vert="horz" wrap="square" lIns="470254" tIns="235127" rIns="470254" bIns="235127" anchor="t" anchorCtr="0" compatLnSpc="1">
            <a:prstTxWarp prst="textNoShape">
              <a:avLst/>
            </a:prstTxWarp>
          </a:bodyPr>
          <a:lstStyle>
            <a:defPPr>
              <a:defRPr kern="1200"/>
            </a:defPPr>
            <a:lvl1pPr>
              <a:defRPr sz="7100" smtClean="0">
                <a:latin typeface="Arial" pitchFamily="34" charset="0"/>
              </a:defRPr>
            </a:lvl1pPr>
          </a:lstStyle>
          <a:p>
            <a:pPr>
              <a:defRPr/>
            </a:pPr>
            <a:endParaRPr lang="en-US"/>
          </a:p>
        </p:txBody>
      </p:sp>
      <p:sp>
        <p:nvSpPr>
          <p:cNvPr id="1029" name="Rectangle 5"/>
          <p:cNvSpPr>
            <a:spLocks noGrp="1" noChangeArrowheads="1"/>
          </p:cNvSpPr>
          <p:nvPr>
            <p:ph type="ftr" sz="quarter" idx="3"/>
          </p:nvPr>
        </p:nvSpPr>
        <p:spPr bwMode="auto">
          <a:xfrm>
            <a:off x="14995525" y="29978350"/>
            <a:ext cx="13900150" cy="2286000"/>
          </a:xfrm>
          <a:prstGeom prst="rect">
            <a:avLst/>
          </a:prstGeom>
          <a:noFill/>
          <a:ln>
            <a:noFill/>
          </a:ln>
        </p:spPr>
        <p:txBody>
          <a:bodyPr vert="horz" wrap="square" lIns="470254" tIns="235127" rIns="470254" bIns="235127" anchor="t" anchorCtr="0" compatLnSpc="1">
            <a:prstTxWarp prst="textNoShape">
              <a:avLst/>
            </a:prstTxWarp>
          </a:bodyPr>
          <a:lstStyle>
            <a:defPPr>
              <a:defRPr kern="1200"/>
            </a:defPPr>
            <a:lvl1pPr algn="ctr">
              <a:defRPr sz="7100" smtClean="0">
                <a:latin typeface="Arial" pitchFamily="34" charset="0"/>
              </a:defRPr>
            </a:lvl1pPr>
          </a:lstStyle>
          <a:p>
            <a:pPr>
              <a:defRPr/>
            </a:pPr>
            <a:endParaRPr lang="en-US"/>
          </a:p>
        </p:txBody>
      </p:sp>
      <p:sp>
        <p:nvSpPr>
          <p:cNvPr id="1030" name="Rectangle 6"/>
          <p:cNvSpPr>
            <a:spLocks noGrp="1" noChangeArrowheads="1"/>
          </p:cNvSpPr>
          <p:nvPr>
            <p:ph type="sldNum" sz="quarter" idx="4"/>
          </p:nvPr>
        </p:nvSpPr>
        <p:spPr bwMode="auto">
          <a:xfrm>
            <a:off x="31454725" y="29978350"/>
            <a:ext cx="10242550" cy="2286000"/>
          </a:xfrm>
          <a:prstGeom prst="rect">
            <a:avLst/>
          </a:prstGeom>
          <a:noFill/>
          <a:ln>
            <a:noFill/>
          </a:ln>
        </p:spPr>
        <p:txBody>
          <a:bodyPr vert="horz" wrap="square" lIns="470254" tIns="235127" rIns="470254" bIns="235127" anchor="t" anchorCtr="0" compatLnSpc="1">
            <a:prstTxWarp prst="textNoShape">
              <a:avLst/>
            </a:prstTxWarp>
          </a:bodyPr>
          <a:lstStyle>
            <a:defPPr>
              <a:defRPr kern="1200"/>
            </a:defPPr>
            <a:lvl1pPr algn="r">
              <a:defRPr sz="7100" smtClean="0">
                <a:latin typeface="Arial" pitchFamily="34" charset="0"/>
              </a:defRPr>
            </a:lvl1pPr>
          </a:lstStyle>
          <a:p>
            <a:pPr>
              <a:defRPr/>
            </a:pPr>
            <a:fld id="{D74CA0E6-19C8-4E24-ACA2-24DF946E6C7E}" type="slidenum">
              <a:rPr lang="en-US"/>
              <a:pPr>
                <a:defRPr/>
              </a:pPr>
              <a:t>‹#›</a:t>
            </a:fld>
            <a:endParaRPr lang="en-US"/>
          </a:p>
        </p:txBody>
      </p:sp>
      <p:pic>
        <p:nvPicPr>
          <p:cNvPr id="1031" name="New picture"/>
          <p:cNvPicPr/>
          <p:nvPr/>
        </p:nvPicPr>
        <p:blipFill>
          <a:blip r:embed="rId14"/>
          <a:stretch>
            <a:fillRect/>
          </a:stretch>
        </p:blipFill>
        <p:spPr>
          <a:xfrm rot="16200000">
            <a:off x="-11074400" y="16459200"/>
            <a:ext cx="14274800" cy="3937000"/>
          </a:xfrm>
          <a:prstGeom prst="rect">
            <a:avLst/>
          </a:prstGeom>
        </p:spPr>
      </p:pic>
      <p:pic>
        <p:nvPicPr>
          <p:cNvPr id="1032" name="New picture"/>
          <p:cNvPicPr/>
          <p:nvPr/>
        </p:nvPicPr>
        <p:blipFill>
          <a:blip r:embed="rId14"/>
          <a:stretch>
            <a:fillRect/>
          </a:stretch>
        </p:blipFill>
        <p:spPr>
          <a:xfrm rot="5400000">
            <a:off x="40690800" y="16459200"/>
            <a:ext cx="14274800" cy="3937000"/>
          </a:xfrm>
          <a:prstGeom prst="rect">
            <a:avLst/>
          </a:prstGeom>
        </p:spPr>
      </p:pic>
      <p:pic>
        <p:nvPicPr>
          <p:cNvPr id="1033" name="New picture"/>
          <p:cNvPicPr/>
          <p:nvPr/>
        </p:nvPicPr>
        <p:blipFill>
          <a:blip r:embed="rId15"/>
          <a:stretch>
            <a:fillRect/>
          </a:stretch>
        </p:blipFill>
        <p:spPr>
          <a:xfrm>
            <a:off x="6946900" y="33426400"/>
            <a:ext cx="29997400" cy="1447800"/>
          </a:xfrm>
          <a:prstGeom prst="rect">
            <a:avLst/>
          </a:prstGeom>
        </p:spPr>
      </p:pic>
      <p:sp>
        <p:nvSpPr>
          <p:cNvPr id="1034" name="New shape"/>
          <p:cNvSpPr/>
          <p:nvPr/>
        </p:nvSpPr>
        <p:spPr>
          <a:xfrm>
            <a:off x="6946900" y="33997900"/>
            <a:ext cx="219456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intellectualsage  Size: 48x36</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xStyles>
    <p:titleStyle>
      <a:defPPr>
        <a:defRPr kern="1200"/>
      </a:defPPr>
      <a:lvl1pPr algn="ctr" defTabSz="4703763" rtl="0" eaLnBrk="0" fontAlgn="base" hangingPunct="0">
        <a:spcBef>
          <a:spcPct val="0"/>
        </a:spcBef>
        <a:spcAft>
          <a:spcPct val="0"/>
        </a:spcAft>
        <a:defRPr sz="22700">
          <a:solidFill>
            <a:schemeClr val="tx2"/>
          </a:solidFill>
          <a:latin typeface="+mj-lt"/>
          <a:ea typeface="+mj-ea"/>
          <a:cs typeface="+mj-cs"/>
        </a:defRPr>
      </a:lvl1pPr>
      <a:lvl2pPr algn="ctr" defTabSz="4703763" rtl="0" eaLnBrk="0" fontAlgn="base" hangingPunct="0">
        <a:spcBef>
          <a:spcPct val="0"/>
        </a:spcBef>
        <a:spcAft>
          <a:spcPct val="0"/>
        </a:spcAft>
        <a:defRPr sz="22700">
          <a:solidFill>
            <a:schemeClr val="tx2"/>
          </a:solidFill>
          <a:latin typeface="Arial"/>
        </a:defRPr>
      </a:lvl2pPr>
      <a:lvl3pPr algn="ctr" defTabSz="4703763" rtl="0" eaLnBrk="0" fontAlgn="base" hangingPunct="0">
        <a:spcBef>
          <a:spcPct val="0"/>
        </a:spcBef>
        <a:spcAft>
          <a:spcPct val="0"/>
        </a:spcAft>
        <a:defRPr sz="22700">
          <a:solidFill>
            <a:schemeClr val="tx2"/>
          </a:solidFill>
          <a:latin typeface="Arial"/>
        </a:defRPr>
      </a:lvl3pPr>
      <a:lvl4pPr algn="ctr" defTabSz="4703763" rtl="0" eaLnBrk="0" fontAlgn="base" hangingPunct="0">
        <a:spcBef>
          <a:spcPct val="0"/>
        </a:spcBef>
        <a:spcAft>
          <a:spcPct val="0"/>
        </a:spcAft>
        <a:defRPr sz="22700">
          <a:solidFill>
            <a:schemeClr val="tx2"/>
          </a:solidFill>
          <a:latin typeface="Arial"/>
        </a:defRPr>
      </a:lvl4pPr>
      <a:lvl5pPr algn="ctr" defTabSz="4703763" rtl="0" eaLnBrk="0" fontAlgn="base" hangingPunct="0">
        <a:spcBef>
          <a:spcPct val="0"/>
        </a:spcBef>
        <a:spcAft>
          <a:spcPct val="0"/>
        </a:spcAft>
        <a:defRPr sz="22700">
          <a:solidFill>
            <a:schemeClr val="tx2"/>
          </a:solidFill>
          <a:latin typeface="Arial"/>
        </a:defRPr>
      </a:lvl5pPr>
      <a:lvl6pPr marL="457200" algn="ctr" defTabSz="4703763" rtl="0" fontAlgn="base">
        <a:spcBef>
          <a:spcPct val="0"/>
        </a:spcBef>
        <a:spcAft>
          <a:spcPct val="0"/>
        </a:spcAft>
        <a:defRPr sz="22700">
          <a:solidFill>
            <a:schemeClr val="tx2"/>
          </a:solidFill>
          <a:latin typeface="Arial"/>
        </a:defRPr>
      </a:lvl6pPr>
      <a:lvl7pPr marL="914400" algn="ctr" defTabSz="4703763" rtl="0" fontAlgn="base">
        <a:spcBef>
          <a:spcPct val="0"/>
        </a:spcBef>
        <a:spcAft>
          <a:spcPct val="0"/>
        </a:spcAft>
        <a:defRPr sz="22700">
          <a:solidFill>
            <a:schemeClr val="tx2"/>
          </a:solidFill>
          <a:latin typeface="Arial"/>
        </a:defRPr>
      </a:lvl7pPr>
      <a:lvl8pPr marL="1371600" algn="ctr" defTabSz="4703763" rtl="0" fontAlgn="base">
        <a:spcBef>
          <a:spcPct val="0"/>
        </a:spcBef>
        <a:spcAft>
          <a:spcPct val="0"/>
        </a:spcAft>
        <a:defRPr sz="22700">
          <a:solidFill>
            <a:schemeClr val="tx2"/>
          </a:solidFill>
          <a:latin typeface="Arial"/>
        </a:defRPr>
      </a:lvl8pPr>
      <a:lvl9pPr marL="1828800" algn="ctr" defTabSz="4703763" rtl="0" fontAlgn="base">
        <a:spcBef>
          <a:spcPct val="0"/>
        </a:spcBef>
        <a:spcAft>
          <a:spcPct val="0"/>
        </a:spcAft>
        <a:defRPr sz="22700">
          <a:solidFill>
            <a:schemeClr val="tx2"/>
          </a:solidFill>
          <a:latin typeface="Arial"/>
        </a:defRPr>
      </a:lvl9pPr>
    </p:titleStyle>
    <p:bodyStyle>
      <a:defPPr>
        <a:defRPr kern="1200"/>
      </a:defPPr>
      <a:lvl1pPr marL="1762125" indent="-1762125" algn="l" defTabSz="4703763" rtl="0" eaLnBrk="0" fontAlgn="base" hangingPunct="0">
        <a:spcBef>
          <a:spcPct val="20000"/>
        </a:spcBef>
        <a:spcAft>
          <a:spcPct val="0"/>
        </a:spcAft>
        <a:buChar char="•"/>
        <a:defRPr sz="16500">
          <a:solidFill>
            <a:schemeClr val="tx1"/>
          </a:solidFill>
          <a:latin typeface="+mn-lt"/>
          <a:ea typeface="+mn-ea"/>
          <a:cs typeface="+mn-cs"/>
        </a:defRPr>
      </a:lvl1pPr>
      <a:lvl2pPr marL="3822700" indent="-1471613" algn="l" defTabSz="4703763" rtl="0" eaLnBrk="0" fontAlgn="base" hangingPunct="0">
        <a:spcBef>
          <a:spcPct val="20000"/>
        </a:spcBef>
        <a:spcAft>
          <a:spcPct val="0"/>
        </a:spcAft>
        <a:buChar char="–"/>
        <a:defRPr sz="14400">
          <a:solidFill>
            <a:schemeClr val="tx1"/>
          </a:solidFill>
          <a:latin typeface="+mn-lt"/>
        </a:defRPr>
      </a:lvl2pPr>
      <a:lvl3pPr marL="5878513" indent="-1174750" algn="l" defTabSz="4703763" rtl="0" eaLnBrk="0" fontAlgn="base" hangingPunct="0">
        <a:spcBef>
          <a:spcPct val="20000"/>
        </a:spcBef>
        <a:spcAft>
          <a:spcPct val="0"/>
        </a:spcAft>
        <a:buChar char="•"/>
        <a:defRPr sz="12400">
          <a:solidFill>
            <a:schemeClr val="tx1"/>
          </a:solidFill>
          <a:latin typeface="+mn-lt"/>
        </a:defRPr>
      </a:lvl3pPr>
      <a:lvl4pPr marL="8229600" indent="-1174750" algn="l" defTabSz="4703763" rtl="0" eaLnBrk="0" fontAlgn="base" hangingPunct="0">
        <a:spcBef>
          <a:spcPct val="20000"/>
        </a:spcBef>
        <a:spcAft>
          <a:spcPct val="0"/>
        </a:spcAft>
        <a:buChar char="–"/>
        <a:defRPr sz="10300">
          <a:solidFill>
            <a:schemeClr val="tx1"/>
          </a:solidFill>
          <a:latin typeface="+mn-lt"/>
        </a:defRPr>
      </a:lvl4pPr>
      <a:lvl5pPr marL="10582275" indent="-1176338" algn="l" defTabSz="4703763" rtl="0" eaLnBrk="0" fontAlgn="base" hangingPunct="0">
        <a:spcBef>
          <a:spcPct val="20000"/>
        </a:spcBef>
        <a:spcAft>
          <a:spcPct val="0"/>
        </a:spcAft>
        <a:buChar char="»"/>
        <a:defRPr sz="10300">
          <a:solidFill>
            <a:schemeClr val="tx1"/>
          </a:solidFill>
          <a:latin typeface="+mn-lt"/>
        </a:defRPr>
      </a:lvl5pPr>
      <a:lvl6pPr marL="11039475" indent="-1176338" algn="l" defTabSz="4703763" rtl="0" fontAlgn="base">
        <a:spcBef>
          <a:spcPct val="20000"/>
        </a:spcBef>
        <a:spcAft>
          <a:spcPct val="0"/>
        </a:spcAft>
        <a:buChar char="»"/>
        <a:defRPr sz="10300">
          <a:solidFill>
            <a:schemeClr val="tx1"/>
          </a:solidFill>
          <a:latin typeface="+mn-lt"/>
        </a:defRPr>
      </a:lvl6pPr>
      <a:lvl7pPr marL="11496675" indent="-1176338" algn="l" defTabSz="4703763" rtl="0" fontAlgn="base">
        <a:spcBef>
          <a:spcPct val="20000"/>
        </a:spcBef>
        <a:spcAft>
          <a:spcPct val="0"/>
        </a:spcAft>
        <a:buChar char="»"/>
        <a:defRPr sz="10300">
          <a:solidFill>
            <a:schemeClr val="tx1"/>
          </a:solidFill>
          <a:latin typeface="+mn-lt"/>
        </a:defRPr>
      </a:lvl7pPr>
      <a:lvl8pPr marL="11953875" indent="-1176338" algn="l" defTabSz="4703763" rtl="0" fontAlgn="base">
        <a:spcBef>
          <a:spcPct val="20000"/>
        </a:spcBef>
        <a:spcAft>
          <a:spcPct val="0"/>
        </a:spcAft>
        <a:buChar char="»"/>
        <a:defRPr sz="10300">
          <a:solidFill>
            <a:schemeClr val="tx1"/>
          </a:solidFill>
          <a:latin typeface="+mn-lt"/>
        </a:defRPr>
      </a:lvl8pPr>
      <a:lvl9pPr marL="12411075" indent="-1176338" algn="l" defTabSz="4703763" rtl="0" fontAlgn="base">
        <a:spcBef>
          <a:spcPct val="20000"/>
        </a:spcBef>
        <a:spcAft>
          <a:spcPct val="0"/>
        </a:spcAft>
        <a:buChar char="»"/>
        <a:defRPr sz="103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BCDCDE"/>
            </a:gs>
            <a:gs pos="100000">
              <a:schemeClr val="bg1"/>
            </a:gs>
          </a:gsLst>
          <a:lin ang="5400000" scaled="1"/>
        </a:gradFill>
        <a:effectLst/>
      </p:bgPr>
    </p:bg>
    <p:spTree>
      <p:nvGrpSpPr>
        <p:cNvPr id="1" name=""/>
        <p:cNvGrpSpPr/>
        <p:nvPr/>
      </p:nvGrpSpPr>
      <p:grpSpPr>
        <a:xfrm>
          <a:off x="0" y="0"/>
          <a:ext cx="0" cy="0"/>
          <a:chOff x="0" y="0"/>
          <a:chExt cx="0" cy="0"/>
        </a:xfrm>
      </p:grpSpPr>
      <p:sp>
        <p:nvSpPr>
          <p:cNvPr id="19" name="Rectangle: Diagonal Corners Rounded 18">
            <a:extLst>
              <a:ext uri="{FF2B5EF4-FFF2-40B4-BE49-F238E27FC236}">
                <a16:creationId xmlns:a16="http://schemas.microsoft.com/office/drawing/2014/main" id="{406F193C-8566-41B6-8625-E7C934BB073C}"/>
              </a:ext>
            </a:extLst>
          </p:cNvPr>
          <p:cNvSpPr/>
          <p:nvPr/>
        </p:nvSpPr>
        <p:spPr bwMode="auto">
          <a:xfrm>
            <a:off x="685800" y="564535"/>
            <a:ext cx="42519600" cy="6266743"/>
          </a:xfrm>
          <a:prstGeom prst="round2DiagRect">
            <a:avLst/>
          </a:prstGeom>
          <a:solidFill>
            <a:srgbClr val="43808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703763" rtl="0" eaLnBrk="1" fontAlgn="base" latinLnBrk="0" hangingPunct="1">
              <a:lnSpc>
                <a:spcPct val="100000"/>
              </a:lnSpc>
              <a:spcBef>
                <a:spcPct val="0"/>
              </a:spcBef>
              <a:spcAft>
                <a:spcPct val="0"/>
              </a:spcAft>
              <a:buClrTx/>
              <a:buSzTx/>
              <a:buFontTx/>
              <a:buNone/>
            </a:pPr>
            <a:endParaRPr kumimoji="0" lang="en-US" sz="3800" b="0" i="0" u="none" strike="noStrike" cap="none" normalizeH="0" baseline="0" dirty="0">
              <a:ln>
                <a:noFill/>
              </a:ln>
              <a:solidFill>
                <a:srgbClr val="C00000"/>
              </a:solidFill>
              <a:effectLst/>
              <a:highlight>
                <a:srgbClr val="800000"/>
              </a:highlight>
              <a:latin typeface="Arial"/>
            </a:endParaRPr>
          </a:p>
        </p:txBody>
      </p:sp>
      <p:sp>
        <p:nvSpPr>
          <p:cNvPr id="20" name="Title 11">
            <a:extLst>
              <a:ext uri="{FF2B5EF4-FFF2-40B4-BE49-F238E27FC236}">
                <a16:creationId xmlns:a16="http://schemas.microsoft.com/office/drawing/2014/main" id="{EE7A5C51-35F0-4B71-992D-43D344D16C04}"/>
              </a:ext>
            </a:extLst>
          </p:cNvPr>
          <p:cNvSpPr txBox="1"/>
          <p:nvPr/>
        </p:nvSpPr>
        <p:spPr>
          <a:xfrm>
            <a:off x="2057400" y="1475347"/>
            <a:ext cx="41148000" cy="2746935"/>
          </a:xfrm>
          <a:prstGeom prst="rect">
            <a:avLst/>
          </a:prstGeom>
        </p:spPr>
        <p:txBody>
          <a:bodyPr lIns="128016" tIns="64008" rIns="128016" bIns="64008"/>
          <a:lstStyle>
            <a:defPPr>
              <a:defRPr lang="en-US"/>
            </a:defPPr>
            <a:lvl1pPr marL="0" algn="l" defTabSz="4388077" rtl="0" eaLnBrk="1" latinLnBrk="0" hangingPunct="1">
              <a:defRPr sz="8698" kern="1200">
                <a:solidFill>
                  <a:schemeClr val="tx1"/>
                </a:solidFill>
                <a:latin typeface="+mn-lt"/>
                <a:ea typeface="+mn-ea"/>
                <a:cs typeface="+mn-cs"/>
              </a:defRPr>
            </a:lvl1pPr>
            <a:lvl2pPr marL="2194039" algn="l" defTabSz="4388077" rtl="0" eaLnBrk="1" latinLnBrk="0" hangingPunct="1">
              <a:defRPr sz="8698" kern="1200">
                <a:solidFill>
                  <a:schemeClr val="tx1"/>
                </a:solidFill>
                <a:latin typeface="+mn-lt"/>
                <a:ea typeface="+mn-ea"/>
                <a:cs typeface="+mn-cs"/>
              </a:defRPr>
            </a:lvl2pPr>
            <a:lvl3pPr marL="4388077" algn="l" defTabSz="4388077" rtl="0" eaLnBrk="1" latinLnBrk="0" hangingPunct="1">
              <a:defRPr sz="8698" kern="1200">
                <a:solidFill>
                  <a:schemeClr val="tx1"/>
                </a:solidFill>
                <a:latin typeface="+mn-lt"/>
                <a:ea typeface="+mn-ea"/>
                <a:cs typeface="+mn-cs"/>
              </a:defRPr>
            </a:lvl3pPr>
            <a:lvl4pPr marL="6582120" algn="l" defTabSz="4388077" rtl="0" eaLnBrk="1" latinLnBrk="0" hangingPunct="1">
              <a:defRPr sz="8698" kern="1200">
                <a:solidFill>
                  <a:schemeClr val="tx1"/>
                </a:solidFill>
                <a:latin typeface="+mn-lt"/>
                <a:ea typeface="+mn-ea"/>
                <a:cs typeface="+mn-cs"/>
              </a:defRPr>
            </a:lvl4pPr>
            <a:lvl5pPr marL="8776160" algn="l" defTabSz="4388077" rtl="0" eaLnBrk="1" latinLnBrk="0" hangingPunct="1">
              <a:defRPr sz="8698" kern="1200">
                <a:solidFill>
                  <a:schemeClr val="tx1"/>
                </a:solidFill>
                <a:latin typeface="+mn-lt"/>
                <a:ea typeface="+mn-ea"/>
                <a:cs typeface="+mn-cs"/>
              </a:defRPr>
            </a:lvl5pPr>
            <a:lvl6pPr marL="10970199" algn="l" defTabSz="4388077" rtl="0" eaLnBrk="1" latinLnBrk="0" hangingPunct="1">
              <a:defRPr sz="8698" kern="1200">
                <a:solidFill>
                  <a:schemeClr val="tx1"/>
                </a:solidFill>
                <a:latin typeface="+mn-lt"/>
                <a:ea typeface="+mn-ea"/>
                <a:cs typeface="+mn-cs"/>
              </a:defRPr>
            </a:lvl6pPr>
            <a:lvl7pPr marL="13164238" algn="l" defTabSz="4388077" rtl="0" eaLnBrk="1" latinLnBrk="0" hangingPunct="1">
              <a:defRPr sz="8698" kern="1200">
                <a:solidFill>
                  <a:schemeClr val="tx1"/>
                </a:solidFill>
                <a:latin typeface="+mn-lt"/>
                <a:ea typeface="+mn-ea"/>
                <a:cs typeface="+mn-cs"/>
              </a:defRPr>
            </a:lvl7pPr>
            <a:lvl8pPr marL="15358277" algn="l" defTabSz="4388077" rtl="0" eaLnBrk="1" latinLnBrk="0" hangingPunct="1">
              <a:defRPr sz="8698" kern="1200">
                <a:solidFill>
                  <a:schemeClr val="tx1"/>
                </a:solidFill>
                <a:latin typeface="+mn-lt"/>
                <a:ea typeface="+mn-ea"/>
                <a:cs typeface="+mn-cs"/>
              </a:defRPr>
            </a:lvl8pPr>
            <a:lvl9pPr marL="17552318" algn="l" defTabSz="4388077" rtl="0" eaLnBrk="1" latinLnBrk="0" hangingPunct="1">
              <a:defRPr sz="8698" kern="1200">
                <a:solidFill>
                  <a:schemeClr val="tx1"/>
                </a:solidFill>
                <a:latin typeface="+mn-lt"/>
                <a:ea typeface="+mn-ea"/>
                <a:cs typeface="+mn-cs"/>
              </a:defRPr>
            </a:lvl9pPr>
          </a:lstStyle>
          <a:p>
            <a:pPr algn="ctr"/>
            <a:r>
              <a:rPr lang="en-US" sz="9600" dirty="0">
                <a:solidFill>
                  <a:schemeClr val="bg1"/>
                </a:solidFill>
                <a:latin typeface="Libre Baskerville" panose="02000000000000000000" pitchFamily="2" charset="0"/>
              </a:rPr>
              <a:t>Mass Incarceration and Civic Participation</a:t>
            </a:r>
          </a:p>
          <a:p>
            <a:pPr algn="ctr"/>
            <a:r>
              <a:rPr lang="en-US" sz="6600" dirty="0">
                <a:solidFill>
                  <a:schemeClr val="bg1"/>
                </a:solidFill>
                <a:latin typeface="Libre Baskerville" panose="02000000000000000000" pitchFamily="2" charset="0"/>
              </a:rPr>
              <a:t>Exploring the Relationship between County Incarceration and Voter Turnout in the United States</a:t>
            </a:r>
          </a:p>
        </p:txBody>
      </p:sp>
      <p:sp>
        <p:nvSpPr>
          <p:cNvPr id="21" name="Text Placeholder 16">
            <a:extLst>
              <a:ext uri="{FF2B5EF4-FFF2-40B4-BE49-F238E27FC236}">
                <a16:creationId xmlns:a16="http://schemas.microsoft.com/office/drawing/2014/main" id="{1F3AA395-C058-4F87-B3A3-A8A8BC543EF9}"/>
              </a:ext>
            </a:extLst>
          </p:cNvPr>
          <p:cNvSpPr txBox="1"/>
          <p:nvPr/>
        </p:nvSpPr>
        <p:spPr>
          <a:xfrm>
            <a:off x="1752600" y="4884999"/>
            <a:ext cx="41148000" cy="1034594"/>
          </a:xfrm>
          <a:prstGeom prst="rect">
            <a:avLst/>
          </a:prstGeom>
        </p:spPr>
        <p:txBody>
          <a:bodyPr lIns="128016" tIns="64008" rIns="128016" bIns="64008"/>
          <a:lstStyle>
            <a:defPPr>
              <a:defRPr lang="en-US"/>
            </a:defPPr>
            <a:lvl1pPr marL="0" algn="l" defTabSz="4388077" rtl="0" eaLnBrk="1" latinLnBrk="0" hangingPunct="1">
              <a:defRPr sz="8698" kern="1200">
                <a:solidFill>
                  <a:schemeClr val="tx1"/>
                </a:solidFill>
                <a:latin typeface="+mn-lt"/>
                <a:ea typeface="+mn-ea"/>
                <a:cs typeface="+mn-cs"/>
              </a:defRPr>
            </a:lvl1pPr>
            <a:lvl2pPr marL="2194039" algn="l" defTabSz="4388077" rtl="0" eaLnBrk="1" latinLnBrk="0" hangingPunct="1">
              <a:defRPr sz="8698" kern="1200">
                <a:solidFill>
                  <a:schemeClr val="tx1"/>
                </a:solidFill>
                <a:latin typeface="+mn-lt"/>
                <a:ea typeface="+mn-ea"/>
                <a:cs typeface="+mn-cs"/>
              </a:defRPr>
            </a:lvl2pPr>
            <a:lvl3pPr marL="4388077" algn="l" defTabSz="4388077" rtl="0" eaLnBrk="1" latinLnBrk="0" hangingPunct="1">
              <a:defRPr sz="8698" kern="1200">
                <a:solidFill>
                  <a:schemeClr val="tx1"/>
                </a:solidFill>
                <a:latin typeface="+mn-lt"/>
                <a:ea typeface="+mn-ea"/>
                <a:cs typeface="+mn-cs"/>
              </a:defRPr>
            </a:lvl3pPr>
            <a:lvl4pPr marL="6582120" algn="l" defTabSz="4388077" rtl="0" eaLnBrk="1" latinLnBrk="0" hangingPunct="1">
              <a:defRPr sz="8698" kern="1200">
                <a:solidFill>
                  <a:schemeClr val="tx1"/>
                </a:solidFill>
                <a:latin typeface="+mn-lt"/>
                <a:ea typeface="+mn-ea"/>
                <a:cs typeface="+mn-cs"/>
              </a:defRPr>
            </a:lvl4pPr>
            <a:lvl5pPr marL="8776160" algn="l" defTabSz="4388077" rtl="0" eaLnBrk="1" latinLnBrk="0" hangingPunct="1">
              <a:defRPr sz="8698" kern="1200">
                <a:solidFill>
                  <a:schemeClr val="tx1"/>
                </a:solidFill>
                <a:latin typeface="+mn-lt"/>
                <a:ea typeface="+mn-ea"/>
                <a:cs typeface="+mn-cs"/>
              </a:defRPr>
            </a:lvl5pPr>
            <a:lvl6pPr marL="10970199" algn="l" defTabSz="4388077" rtl="0" eaLnBrk="1" latinLnBrk="0" hangingPunct="1">
              <a:defRPr sz="8698" kern="1200">
                <a:solidFill>
                  <a:schemeClr val="tx1"/>
                </a:solidFill>
                <a:latin typeface="+mn-lt"/>
                <a:ea typeface="+mn-ea"/>
                <a:cs typeface="+mn-cs"/>
              </a:defRPr>
            </a:lvl6pPr>
            <a:lvl7pPr marL="13164238" algn="l" defTabSz="4388077" rtl="0" eaLnBrk="1" latinLnBrk="0" hangingPunct="1">
              <a:defRPr sz="8698" kern="1200">
                <a:solidFill>
                  <a:schemeClr val="tx1"/>
                </a:solidFill>
                <a:latin typeface="+mn-lt"/>
                <a:ea typeface="+mn-ea"/>
                <a:cs typeface="+mn-cs"/>
              </a:defRPr>
            </a:lvl7pPr>
            <a:lvl8pPr marL="15358277" algn="l" defTabSz="4388077" rtl="0" eaLnBrk="1" latinLnBrk="0" hangingPunct="1">
              <a:defRPr sz="8698" kern="1200">
                <a:solidFill>
                  <a:schemeClr val="tx1"/>
                </a:solidFill>
                <a:latin typeface="+mn-lt"/>
                <a:ea typeface="+mn-ea"/>
                <a:cs typeface="+mn-cs"/>
              </a:defRPr>
            </a:lvl8pPr>
            <a:lvl9pPr marL="17552318" algn="l" defTabSz="4388077" rtl="0" eaLnBrk="1" latinLnBrk="0" hangingPunct="1">
              <a:defRPr sz="8698" kern="1200">
                <a:solidFill>
                  <a:schemeClr val="tx1"/>
                </a:solidFill>
                <a:latin typeface="+mn-lt"/>
                <a:ea typeface="+mn-ea"/>
                <a:cs typeface="+mn-cs"/>
              </a:defRPr>
            </a:lvl9pPr>
          </a:lstStyle>
          <a:p>
            <a:pPr algn="ctr"/>
            <a:r>
              <a:rPr lang="en-US" sz="5600" dirty="0">
                <a:solidFill>
                  <a:schemeClr val="bg1"/>
                </a:solidFill>
                <a:latin typeface="Montserrat Light" panose="00000400000000000000" pitchFamily="50" charset="0"/>
              </a:rPr>
              <a:t>Conor de Leeuw </a:t>
            </a:r>
          </a:p>
          <a:p>
            <a:pPr algn="ctr"/>
            <a:r>
              <a:rPr lang="en-US" sz="5600" dirty="0">
                <a:solidFill>
                  <a:schemeClr val="bg1"/>
                </a:solidFill>
                <a:latin typeface="Montserrat Light" panose="00000400000000000000" pitchFamily="50" charset="0"/>
              </a:rPr>
              <a:t>Data Analytics and Computational Social Sciences </a:t>
            </a:r>
          </a:p>
        </p:txBody>
      </p:sp>
      <p:sp>
        <p:nvSpPr>
          <p:cNvPr id="22" name="TextBox 19">
            <a:extLst>
              <a:ext uri="{FF2B5EF4-FFF2-40B4-BE49-F238E27FC236}">
                <a16:creationId xmlns:a16="http://schemas.microsoft.com/office/drawing/2014/main" id="{33A929B9-4AE7-4535-8E25-5C0801DF27B1}"/>
              </a:ext>
            </a:extLst>
          </p:cNvPr>
          <p:cNvSpPr txBox="1">
            <a:spLocks noChangeArrowheads="1"/>
          </p:cNvSpPr>
          <p:nvPr/>
        </p:nvSpPr>
        <p:spPr bwMode="auto">
          <a:xfrm>
            <a:off x="176910" y="8450381"/>
            <a:ext cx="10058400" cy="8857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8" tIns="45709" rIns="91418" bIns="45709">
            <a:spAutoFit/>
          </a:bodyPr>
          <a:lstStyle>
            <a:defPPr>
              <a:defRPr lang="en-US"/>
            </a:defPPr>
            <a:lvl1pPr algn="l" rtl="0" fontAlgn="base">
              <a:spcBef>
                <a:spcPct val="0"/>
              </a:spcBef>
              <a:spcAft>
                <a:spcPct val="0"/>
              </a:spcAft>
              <a:defRPr sz="3000" kern="1200">
                <a:solidFill>
                  <a:schemeClr val="tx1"/>
                </a:solidFill>
                <a:latin typeface="Arial"/>
                <a:ea typeface="+mn-ea"/>
                <a:cs typeface="+mn-cs"/>
              </a:defRPr>
            </a:lvl1pPr>
            <a:lvl2pPr marL="457200" algn="l" rtl="0" fontAlgn="base">
              <a:spcBef>
                <a:spcPct val="0"/>
              </a:spcBef>
              <a:spcAft>
                <a:spcPct val="0"/>
              </a:spcAft>
              <a:defRPr sz="3000" kern="1200">
                <a:solidFill>
                  <a:schemeClr val="tx1"/>
                </a:solidFill>
                <a:latin typeface="Arial"/>
                <a:ea typeface="+mn-ea"/>
                <a:cs typeface="+mn-cs"/>
              </a:defRPr>
            </a:lvl2pPr>
            <a:lvl3pPr marL="914400" algn="l" rtl="0" fontAlgn="base">
              <a:spcBef>
                <a:spcPct val="0"/>
              </a:spcBef>
              <a:spcAft>
                <a:spcPct val="0"/>
              </a:spcAft>
              <a:defRPr sz="3000" kern="1200">
                <a:solidFill>
                  <a:schemeClr val="tx1"/>
                </a:solidFill>
                <a:latin typeface="Arial"/>
                <a:ea typeface="+mn-ea"/>
                <a:cs typeface="+mn-cs"/>
              </a:defRPr>
            </a:lvl3pPr>
            <a:lvl4pPr marL="1371600" algn="l" rtl="0" fontAlgn="base">
              <a:spcBef>
                <a:spcPct val="0"/>
              </a:spcBef>
              <a:spcAft>
                <a:spcPct val="0"/>
              </a:spcAft>
              <a:defRPr sz="3000" kern="1200">
                <a:solidFill>
                  <a:schemeClr val="tx1"/>
                </a:solidFill>
                <a:latin typeface="Arial"/>
                <a:ea typeface="+mn-ea"/>
                <a:cs typeface="+mn-cs"/>
              </a:defRPr>
            </a:lvl4pPr>
            <a:lvl5pPr marL="1828800" algn="l" rtl="0" fontAlgn="base">
              <a:spcBef>
                <a:spcPct val="0"/>
              </a:spcBef>
              <a:spcAft>
                <a:spcPct val="0"/>
              </a:spcAft>
              <a:defRPr sz="3000" kern="1200">
                <a:solidFill>
                  <a:schemeClr val="tx1"/>
                </a:solidFill>
                <a:latin typeface="Arial"/>
                <a:ea typeface="+mn-ea"/>
                <a:cs typeface="+mn-cs"/>
              </a:defRPr>
            </a:lvl5pPr>
            <a:lvl6pPr marL="2286000" algn="l" defTabSz="914400" rtl="0" eaLnBrk="1" latinLnBrk="0" hangingPunct="1">
              <a:defRPr sz="3000" kern="1200">
                <a:solidFill>
                  <a:schemeClr val="tx1"/>
                </a:solidFill>
                <a:latin typeface="Arial"/>
                <a:ea typeface="+mn-ea"/>
                <a:cs typeface="+mn-cs"/>
              </a:defRPr>
            </a:lvl6pPr>
            <a:lvl7pPr marL="2743200" algn="l" defTabSz="914400" rtl="0" eaLnBrk="1" latinLnBrk="0" hangingPunct="1">
              <a:defRPr sz="3000" kern="1200">
                <a:solidFill>
                  <a:schemeClr val="tx1"/>
                </a:solidFill>
                <a:latin typeface="Arial"/>
                <a:ea typeface="+mn-ea"/>
                <a:cs typeface="+mn-cs"/>
              </a:defRPr>
            </a:lvl7pPr>
            <a:lvl8pPr marL="3200400" algn="l" defTabSz="914400" rtl="0" eaLnBrk="1" latinLnBrk="0" hangingPunct="1">
              <a:defRPr sz="3000" kern="1200">
                <a:solidFill>
                  <a:schemeClr val="tx1"/>
                </a:solidFill>
                <a:latin typeface="Arial"/>
                <a:ea typeface="+mn-ea"/>
                <a:cs typeface="+mn-cs"/>
              </a:defRPr>
            </a:lvl8pPr>
            <a:lvl9pPr marL="3657600" algn="l" defTabSz="914400" rtl="0" eaLnBrk="1" latinLnBrk="0" hangingPunct="1">
              <a:defRPr sz="3000" kern="1200">
                <a:solidFill>
                  <a:schemeClr val="tx1"/>
                </a:solidFill>
                <a:latin typeface="Arial"/>
                <a:ea typeface="+mn-ea"/>
                <a:cs typeface="+mn-cs"/>
              </a:defRPr>
            </a:lvl9pPr>
          </a:lstStyle>
          <a:p>
            <a:pPr algn="just">
              <a:lnSpc>
                <a:spcPct val="110000"/>
              </a:lnSpc>
            </a:pPr>
            <a:r>
              <a:rPr lang="en-US" sz="3700" dirty="0">
                <a:latin typeface="Times New Roman" panose="02020603050405020304" pitchFamily="18" charset="0"/>
                <a:cs typeface="Times New Roman" panose="02020603050405020304" pitchFamily="18" charset="0"/>
              </a:rPr>
              <a:t>	</a:t>
            </a:r>
          </a:p>
          <a:p>
            <a:pPr algn="just">
              <a:lnSpc>
                <a:spcPct val="110000"/>
              </a:lnSpc>
            </a:pPr>
            <a:r>
              <a:rPr lang="en-US" sz="3700" dirty="0">
                <a:latin typeface="Times New Roman" panose="02020603050405020304" pitchFamily="18" charset="0"/>
                <a:cs typeface="Times New Roman" panose="02020603050405020304" pitchFamily="18" charset="0"/>
              </a:rPr>
              <a:t>	</a:t>
            </a:r>
            <a:r>
              <a:rPr lang="en-US" sz="4400" dirty="0">
                <a:latin typeface="Times New Roman" panose="02020603050405020304" pitchFamily="18" charset="0"/>
                <a:cs typeface="Times New Roman" panose="02020603050405020304" pitchFamily="18" charset="0"/>
              </a:rPr>
              <a:t>This project explores the relationship between incarceration rates and voter turnout at the county level in the United States during the 2024 presidential election. The study examines whether counties with higher incarceration rates exhibit lower voter turnout. The project utilizes visualizations and regression analysis to examine how incarceration may influence voter turnout after accounting for basic population characteristics. </a:t>
            </a:r>
          </a:p>
        </p:txBody>
      </p:sp>
      <p:sp>
        <p:nvSpPr>
          <p:cNvPr id="23" name="Rectangle 22">
            <a:extLst>
              <a:ext uri="{FF2B5EF4-FFF2-40B4-BE49-F238E27FC236}">
                <a16:creationId xmlns:a16="http://schemas.microsoft.com/office/drawing/2014/main" id="{F0700EFA-F39A-4B67-A41D-B592D1296CBF}"/>
              </a:ext>
            </a:extLst>
          </p:cNvPr>
          <p:cNvSpPr>
            <a:spLocks noChangeArrowheads="1"/>
          </p:cNvSpPr>
          <p:nvPr/>
        </p:nvSpPr>
        <p:spPr bwMode="auto">
          <a:xfrm>
            <a:off x="525234" y="7822436"/>
            <a:ext cx="10058400" cy="873301"/>
          </a:xfrm>
          <a:prstGeom prst="rect">
            <a:avLst/>
          </a:prstGeom>
          <a:solidFill>
            <a:schemeClr val="accent2">
              <a:lumMod val="60000"/>
              <a:lumOff val="40000"/>
            </a:schemeClr>
          </a:solidFill>
          <a:ln w="12700">
            <a:noFill/>
            <a:miter lim="800000"/>
          </a:ln>
        </p:spPr>
        <p:txBody>
          <a:bodyPr wrap="none" lIns="274320" tIns="73152" rIns="274320" bIns="68563" anchor="ctr" anchorCtr="0"/>
          <a:lstStyle>
            <a:defPPr>
              <a:defRPr lang="en-US"/>
            </a:defPPr>
            <a:lvl1pPr algn="l" rtl="0" fontAlgn="base">
              <a:spcBef>
                <a:spcPct val="0"/>
              </a:spcBef>
              <a:spcAft>
                <a:spcPct val="0"/>
              </a:spcAft>
              <a:defRPr sz="3000" kern="1200">
                <a:solidFill>
                  <a:schemeClr val="tx1"/>
                </a:solidFill>
                <a:latin typeface="Arial"/>
                <a:ea typeface="+mn-ea"/>
                <a:cs typeface="+mn-cs"/>
              </a:defRPr>
            </a:lvl1pPr>
            <a:lvl2pPr marL="457200" algn="l" rtl="0" fontAlgn="base">
              <a:spcBef>
                <a:spcPct val="0"/>
              </a:spcBef>
              <a:spcAft>
                <a:spcPct val="0"/>
              </a:spcAft>
              <a:defRPr sz="3000" kern="1200">
                <a:solidFill>
                  <a:schemeClr val="tx1"/>
                </a:solidFill>
                <a:latin typeface="Arial"/>
                <a:ea typeface="+mn-ea"/>
                <a:cs typeface="+mn-cs"/>
              </a:defRPr>
            </a:lvl2pPr>
            <a:lvl3pPr marL="914400" algn="l" rtl="0" fontAlgn="base">
              <a:spcBef>
                <a:spcPct val="0"/>
              </a:spcBef>
              <a:spcAft>
                <a:spcPct val="0"/>
              </a:spcAft>
              <a:defRPr sz="3000" kern="1200">
                <a:solidFill>
                  <a:schemeClr val="tx1"/>
                </a:solidFill>
                <a:latin typeface="Arial"/>
                <a:ea typeface="+mn-ea"/>
                <a:cs typeface="+mn-cs"/>
              </a:defRPr>
            </a:lvl3pPr>
            <a:lvl4pPr marL="1371600" algn="l" rtl="0" fontAlgn="base">
              <a:spcBef>
                <a:spcPct val="0"/>
              </a:spcBef>
              <a:spcAft>
                <a:spcPct val="0"/>
              </a:spcAft>
              <a:defRPr sz="3000" kern="1200">
                <a:solidFill>
                  <a:schemeClr val="tx1"/>
                </a:solidFill>
                <a:latin typeface="Arial"/>
                <a:ea typeface="+mn-ea"/>
                <a:cs typeface="+mn-cs"/>
              </a:defRPr>
            </a:lvl4pPr>
            <a:lvl5pPr marL="1828800" algn="l" rtl="0" fontAlgn="base">
              <a:spcBef>
                <a:spcPct val="0"/>
              </a:spcBef>
              <a:spcAft>
                <a:spcPct val="0"/>
              </a:spcAft>
              <a:defRPr sz="3000" kern="1200">
                <a:solidFill>
                  <a:schemeClr val="tx1"/>
                </a:solidFill>
                <a:latin typeface="Arial"/>
                <a:ea typeface="+mn-ea"/>
                <a:cs typeface="+mn-cs"/>
              </a:defRPr>
            </a:lvl5pPr>
            <a:lvl6pPr marL="2286000" algn="l" defTabSz="914400" rtl="0" eaLnBrk="1" latinLnBrk="0" hangingPunct="1">
              <a:defRPr sz="3000" kern="1200">
                <a:solidFill>
                  <a:schemeClr val="tx1"/>
                </a:solidFill>
                <a:latin typeface="Arial"/>
                <a:ea typeface="+mn-ea"/>
                <a:cs typeface="+mn-cs"/>
              </a:defRPr>
            </a:lvl6pPr>
            <a:lvl7pPr marL="2743200" algn="l" defTabSz="914400" rtl="0" eaLnBrk="1" latinLnBrk="0" hangingPunct="1">
              <a:defRPr sz="3000" kern="1200">
                <a:solidFill>
                  <a:schemeClr val="tx1"/>
                </a:solidFill>
                <a:latin typeface="Arial"/>
                <a:ea typeface="+mn-ea"/>
                <a:cs typeface="+mn-cs"/>
              </a:defRPr>
            </a:lvl7pPr>
            <a:lvl8pPr marL="3200400" algn="l" defTabSz="914400" rtl="0" eaLnBrk="1" latinLnBrk="0" hangingPunct="1">
              <a:defRPr sz="3000" kern="1200">
                <a:solidFill>
                  <a:schemeClr val="tx1"/>
                </a:solidFill>
                <a:latin typeface="Arial"/>
                <a:ea typeface="+mn-ea"/>
                <a:cs typeface="+mn-cs"/>
              </a:defRPr>
            </a:lvl8pPr>
            <a:lvl9pPr marL="3657600" algn="l" defTabSz="914400" rtl="0" eaLnBrk="1" latinLnBrk="0" hangingPunct="1">
              <a:defRPr sz="3000" kern="1200">
                <a:solidFill>
                  <a:schemeClr val="tx1"/>
                </a:solidFill>
                <a:latin typeface="Arial"/>
                <a:ea typeface="+mn-ea"/>
                <a:cs typeface="+mn-cs"/>
              </a:defRPr>
            </a:lvl9pPr>
          </a:lstStyle>
          <a:p>
            <a:pPr defTabSz="4702588">
              <a:defRPr/>
            </a:pPr>
            <a:r>
              <a:rPr lang="en-US" sz="3600" b="1">
                <a:solidFill>
                  <a:schemeClr val="bg1"/>
                </a:solidFill>
                <a:latin typeface="Libre Baskerville" panose="02000000000000000000" pitchFamily="2" charset="0"/>
              </a:rPr>
              <a:t>Abstract</a:t>
            </a:r>
          </a:p>
        </p:txBody>
      </p:sp>
      <p:sp>
        <p:nvSpPr>
          <p:cNvPr id="24" name="TextBox 19">
            <a:extLst>
              <a:ext uri="{FF2B5EF4-FFF2-40B4-BE49-F238E27FC236}">
                <a16:creationId xmlns:a16="http://schemas.microsoft.com/office/drawing/2014/main" id="{3C57D4F6-5B1E-4A2D-8728-4DE56B7226E3}"/>
              </a:ext>
            </a:extLst>
          </p:cNvPr>
          <p:cNvSpPr txBox="1">
            <a:spLocks noChangeArrowheads="1"/>
          </p:cNvSpPr>
          <p:nvPr/>
        </p:nvSpPr>
        <p:spPr bwMode="auto">
          <a:xfrm>
            <a:off x="27026525" y="8298839"/>
            <a:ext cx="11286998" cy="10033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8" tIns="45709" rIns="91418" bIns="45709">
            <a:spAutoFit/>
          </a:bodyPr>
          <a:lstStyle>
            <a:defPPr>
              <a:defRPr lang="en-US"/>
            </a:defPPr>
            <a:lvl1pPr algn="l" rtl="0" fontAlgn="base">
              <a:spcBef>
                <a:spcPct val="0"/>
              </a:spcBef>
              <a:spcAft>
                <a:spcPct val="0"/>
              </a:spcAft>
              <a:defRPr sz="3000" kern="1200">
                <a:solidFill>
                  <a:schemeClr val="tx1"/>
                </a:solidFill>
                <a:latin typeface="Arial"/>
                <a:ea typeface="+mn-ea"/>
                <a:cs typeface="+mn-cs"/>
              </a:defRPr>
            </a:lvl1pPr>
            <a:lvl2pPr marL="457200" algn="l" rtl="0" fontAlgn="base">
              <a:spcBef>
                <a:spcPct val="0"/>
              </a:spcBef>
              <a:spcAft>
                <a:spcPct val="0"/>
              </a:spcAft>
              <a:defRPr sz="3000" kern="1200">
                <a:solidFill>
                  <a:schemeClr val="tx1"/>
                </a:solidFill>
                <a:latin typeface="Arial"/>
                <a:ea typeface="+mn-ea"/>
                <a:cs typeface="+mn-cs"/>
              </a:defRPr>
            </a:lvl2pPr>
            <a:lvl3pPr marL="914400" algn="l" rtl="0" fontAlgn="base">
              <a:spcBef>
                <a:spcPct val="0"/>
              </a:spcBef>
              <a:spcAft>
                <a:spcPct val="0"/>
              </a:spcAft>
              <a:defRPr sz="3000" kern="1200">
                <a:solidFill>
                  <a:schemeClr val="tx1"/>
                </a:solidFill>
                <a:latin typeface="Arial"/>
                <a:ea typeface="+mn-ea"/>
                <a:cs typeface="+mn-cs"/>
              </a:defRPr>
            </a:lvl3pPr>
            <a:lvl4pPr marL="1371600" algn="l" rtl="0" fontAlgn="base">
              <a:spcBef>
                <a:spcPct val="0"/>
              </a:spcBef>
              <a:spcAft>
                <a:spcPct val="0"/>
              </a:spcAft>
              <a:defRPr sz="3000" kern="1200">
                <a:solidFill>
                  <a:schemeClr val="tx1"/>
                </a:solidFill>
                <a:latin typeface="Arial"/>
                <a:ea typeface="+mn-ea"/>
                <a:cs typeface="+mn-cs"/>
              </a:defRPr>
            </a:lvl4pPr>
            <a:lvl5pPr marL="1828800" algn="l" rtl="0" fontAlgn="base">
              <a:spcBef>
                <a:spcPct val="0"/>
              </a:spcBef>
              <a:spcAft>
                <a:spcPct val="0"/>
              </a:spcAft>
              <a:defRPr sz="3000" kern="1200">
                <a:solidFill>
                  <a:schemeClr val="tx1"/>
                </a:solidFill>
                <a:latin typeface="Arial"/>
                <a:ea typeface="+mn-ea"/>
                <a:cs typeface="+mn-cs"/>
              </a:defRPr>
            </a:lvl5pPr>
            <a:lvl6pPr marL="2286000" algn="l" defTabSz="914400" rtl="0" eaLnBrk="1" latinLnBrk="0" hangingPunct="1">
              <a:defRPr sz="3000" kern="1200">
                <a:solidFill>
                  <a:schemeClr val="tx1"/>
                </a:solidFill>
                <a:latin typeface="Arial"/>
                <a:ea typeface="+mn-ea"/>
                <a:cs typeface="+mn-cs"/>
              </a:defRPr>
            </a:lvl6pPr>
            <a:lvl7pPr marL="2743200" algn="l" defTabSz="914400" rtl="0" eaLnBrk="1" latinLnBrk="0" hangingPunct="1">
              <a:defRPr sz="3000" kern="1200">
                <a:solidFill>
                  <a:schemeClr val="tx1"/>
                </a:solidFill>
                <a:latin typeface="Arial"/>
                <a:ea typeface="+mn-ea"/>
                <a:cs typeface="+mn-cs"/>
              </a:defRPr>
            </a:lvl7pPr>
            <a:lvl8pPr marL="3200400" algn="l" defTabSz="914400" rtl="0" eaLnBrk="1" latinLnBrk="0" hangingPunct="1">
              <a:defRPr sz="3000" kern="1200">
                <a:solidFill>
                  <a:schemeClr val="tx1"/>
                </a:solidFill>
                <a:latin typeface="Arial"/>
                <a:ea typeface="+mn-ea"/>
                <a:cs typeface="+mn-cs"/>
              </a:defRPr>
            </a:lvl8pPr>
            <a:lvl9pPr marL="3657600" algn="l" defTabSz="914400" rtl="0" eaLnBrk="1" latinLnBrk="0" hangingPunct="1">
              <a:defRPr sz="3000" kern="1200">
                <a:solidFill>
                  <a:schemeClr val="tx1"/>
                </a:solidFill>
                <a:latin typeface="Arial"/>
                <a:ea typeface="+mn-ea"/>
                <a:cs typeface="+mn-cs"/>
              </a:defRPr>
            </a:lvl9pPr>
          </a:lstStyle>
          <a:p>
            <a:r>
              <a:rPr lang="en-US" sz="3400" b="1" dirty="0">
                <a:latin typeface="Times New Roman" panose="02020603050405020304" pitchFamily="18" charset="0"/>
                <a:cs typeface="Times New Roman" panose="02020603050405020304" pitchFamily="18" charset="0"/>
              </a:rPr>
              <a:t>Data</a:t>
            </a:r>
          </a:p>
          <a:p>
            <a:r>
              <a:rPr lang="en-US" sz="3400" b="1" dirty="0">
                <a:latin typeface="Times New Roman" panose="02020603050405020304" pitchFamily="18" charset="0"/>
                <a:cs typeface="Times New Roman" panose="02020603050405020304" pitchFamily="18" charset="0"/>
              </a:rPr>
              <a:t>1. Vera Institute of Justice</a:t>
            </a:r>
            <a:r>
              <a:rPr lang="en-US" sz="3400" dirty="0">
                <a:latin typeface="Times New Roman" panose="02020603050405020304" pitchFamily="18" charset="0"/>
                <a:cs typeface="Times New Roman" panose="02020603050405020304" pitchFamily="18" charset="0"/>
              </a:rPr>
              <a:t> </a:t>
            </a:r>
          </a:p>
          <a:p>
            <a:pPr marL="1028700" lvl="1" indent="-571500">
              <a:buFont typeface="Arial" panose="020B0604020202020204" pitchFamily="34" charset="0"/>
              <a:buChar char="•"/>
            </a:pPr>
            <a:r>
              <a:rPr lang="en-US" sz="3400" dirty="0">
                <a:latin typeface="Times New Roman" panose="02020603050405020304" pitchFamily="18" charset="0"/>
                <a:cs typeface="Times New Roman" panose="02020603050405020304" pitchFamily="18" charset="0"/>
              </a:rPr>
              <a:t>2024 County incarceration rates </a:t>
            </a:r>
          </a:p>
          <a:p>
            <a:pPr marL="1028700" lvl="1" indent="-571500">
              <a:buFont typeface="Arial" panose="020B0604020202020204" pitchFamily="34" charset="0"/>
              <a:buChar char="•"/>
            </a:pPr>
            <a:r>
              <a:rPr lang="en-US" sz="3400" dirty="0">
                <a:latin typeface="Times New Roman" panose="02020603050405020304" pitchFamily="18" charset="0"/>
                <a:cs typeface="Times New Roman" panose="02020603050405020304" pitchFamily="18" charset="0"/>
              </a:rPr>
              <a:t>Jail population measures </a:t>
            </a:r>
          </a:p>
          <a:p>
            <a:pPr marL="1028700" lvl="1" indent="-571500">
              <a:buFont typeface="Arial" panose="020B0604020202020204" pitchFamily="34" charset="0"/>
              <a:buChar char="•"/>
            </a:pPr>
            <a:r>
              <a:rPr lang="en-US" sz="3400" dirty="0">
                <a:latin typeface="Times New Roman" panose="02020603050405020304" pitchFamily="18" charset="0"/>
                <a:cs typeface="Times New Roman" panose="02020603050405020304" pitchFamily="18" charset="0"/>
              </a:rPr>
              <a:t>Historical incarceration trends </a:t>
            </a:r>
          </a:p>
          <a:p>
            <a:pPr lvl="1"/>
            <a:endParaRPr lang="en-US" sz="3400" dirty="0">
              <a:latin typeface="Times New Roman" panose="02020603050405020304" pitchFamily="18" charset="0"/>
              <a:cs typeface="Times New Roman" panose="02020603050405020304" pitchFamily="18" charset="0"/>
            </a:endParaRPr>
          </a:p>
          <a:p>
            <a:r>
              <a:rPr lang="en-US" sz="3400" b="1" dirty="0">
                <a:latin typeface="Times New Roman" panose="02020603050405020304" pitchFamily="18" charset="0"/>
                <a:cs typeface="Times New Roman" panose="02020603050405020304" pitchFamily="18" charset="0"/>
              </a:rPr>
              <a:t>2. Harvard Dataverse – countypres_2000–2024</a:t>
            </a:r>
            <a:r>
              <a:rPr lang="en-US" sz="3400" dirty="0">
                <a:latin typeface="Times New Roman" panose="02020603050405020304" pitchFamily="18" charset="0"/>
                <a:cs typeface="Times New Roman" panose="02020603050405020304" pitchFamily="18" charset="0"/>
              </a:rPr>
              <a:t> </a:t>
            </a:r>
          </a:p>
          <a:p>
            <a:pPr marL="1028700" lvl="1" indent="-571500">
              <a:buFont typeface="Arial" panose="020B0604020202020204" pitchFamily="34" charset="0"/>
              <a:buChar char="•"/>
            </a:pPr>
            <a:r>
              <a:rPr lang="en-US" sz="3400" dirty="0">
                <a:latin typeface="Times New Roman" panose="02020603050405020304" pitchFamily="18" charset="0"/>
                <a:cs typeface="Times New Roman" panose="02020603050405020304" pitchFamily="18" charset="0"/>
              </a:rPr>
              <a:t>County-level presidential election returns </a:t>
            </a:r>
          </a:p>
          <a:p>
            <a:pPr marL="1028700" lvl="1" indent="-571500">
              <a:buFont typeface="Arial" panose="020B0604020202020204" pitchFamily="34" charset="0"/>
              <a:buChar char="•"/>
            </a:pPr>
            <a:r>
              <a:rPr lang="en-US" sz="3400" dirty="0">
                <a:latin typeface="Times New Roman" panose="02020603050405020304" pitchFamily="18" charset="0"/>
                <a:cs typeface="Times New Roman" panose="02020603050405020304" pitchFamily="18" charset="0"/>
              </a:rPr>
              <a:t>Filtered to 2024 election turnout data </a:t>
            </a:r>
          </a:p>
          <a:p>
            <a:pPr lvl="1"/>
            <a:endParaRPr lang="en-US" sz="3400" dirty="0">
              <a:latin typeface="Times New Roman" panose="02020603050405020304" pitchFamily="18" charset="0"/>
              <a:cs typeface="Times New Roman" panose="02020603050405020304" pitchFamily="18" charset="0"/>
            </a:endParaRPr>
          </a:p>
          <a:p>
            <a:r>
              <a:rPr lang="en-US" sz="3400" b="1" dirty="0">
                <a:latin typeface="Times New Roman" panose="02020603050405020304" pitchFamily="18" charset="0"/>
                <a:cs typeface="Times New Roman" panose="02020603050405020304" pitchFamily="18" charset="0"/>
              </a:rPr>
              <a:t>3. IPUMS NHGIS / American Community Survey</a:t>
            </a:r>
            <a:r>
              <a:rPr lang="en-US" sz="3400" dirty="0">
                <a:latin typeface="Times New Roman" panose="02020603050405020304" pitchFamily="18" charset="0"/>
                <a:cs typeface="Times New Roman" panose="02020603050405020304" pitchFamily="18" charset="0"/>
              </a:rPr>
              <a:t> </a:t>
            </a:r>
          </a:p>
          <a:p>
            <a:pPr marL="1028700" lvl="1" indent="-571500">
              <a:buFont typeface="Arial" panose="020B0604020202020204" pitchFamily="34" charset="0"/>
              <a:buChar char="•"/>
            </a:pPr>
            <a:r>
              <a:rPr lang="en-US" sz="3400" dirty="0">
                <a:latin typeface="Times New Roman" panose="02020603050405020304" pitchFamily="18" charset="0"/>
                <a:cs typeface="Times New Roman" panose="02020603050405020304" pitchFamily="18" charset="0"/>
              </a:rPr>
              <a:t>Basic population characteristics </a:t>
            </a:r>
          </a:p>
          <a:p>
            <a:pPr lvl="1"/>
            <a:endParaRPr lang="en-US" sz="3400" dirty="0">
              <a:latin typeface="Times New Roman" panose="02020603050405020304" pitchFamily="18" charset="0"/>
              <a:cs typeface="Times New Roman" panose="02020603050405020304" pitchFamily="18" charset="0"/>
            </a:endParaRPr>
          </a:p>
          <a:p>
            <a:r>
              <a:rPr lang="en-US" sz="3400" dirty="0">
                <a:latin typeface="Times New Roman" panose="02020603050405020304" pitchFamily="18" charset="0"/>
                <a:cs typeface="Times New Roman" panose="02020603050405020304" pitchFamily="18" charset="0"/>
              </a:rPr>
              <a:t>All datasets were merged using </a:t>
            </a:r>
            <a:r>
              <a:rPr lang="en-US" sz="3400" b="1" dirty="0">
                <a:latin typeface="Times New Roman" panose="02020603050405020304" pitchFamily="18" charset="0"/>
                <a:cs typeface="Times New Roman" panose="02020603050405020304" pitchFamily="18" charset="0"/>
              </a:rPr>
              <a:t>county FIPS codes</a:t>
            </a:r>
          </a:p>
          <a:p>
            <a:endParaRPr lang="en-US" sz="3400" b="1" dirty="0">
              <a:latin typeface="Times New Roman" panose="02020603050405020304" pitchFamily="18" charset="0"/>
              <a:cs typeface="Times New Roman" panose="02020603050405020304" pitchFamily="18" charset="0"/>
            </a:endParaRPr>
          </a:p>
          <a:p>
            <a:r>
              <a:rPr lang="en-US" sz="3400" b="1" dirty="0">
                <a:latin typeface="Times New Roman" panose="02020603050405020304" pitchFamily="18" charset="0"/>
                <a:cs typeface="Times New Roman" panose="02020603050405020304" pitchFamily="18" charset="0"/>
              </a:rPr>
              <a:t>Analysis </a:t>
            </a:r>
          </a:p>
          <a:p>
            <a:pPr marL="571500" indent="-571500">
              <a:buFont typeface="Arial" panose="020B0604020202020204" pitchFamily="34" charset="0"/>
              <a:buChar char="•"/>
            </a:pPr>
            <a:r>
              <a:rPr lang="en-US" sz="3400" dirty="0">
                <a:latin typeface="Times New Roman" panose="02020603050405020304" pitchFamily="18" charset="0"/>
                <a:cs typeface="Times New Roman" panose="02020603050405020304" pitchFamily="18" charset="0"/>
              </a:rPr>
              <a:t>County level FIPS merge </a:t>
            </a:r>
          </a:p>
          <a:p>
            <a:pPr marL="571500" indent="-571500">
              <a:buFont typeface="Arial" panose="020B0604020202020204" pitchFamily="34" charset="0"/>
              <a:buChar char="•"/>
            </a:pPr>
            <a:r>
              <a:rPr lang="en-US" sz="3400" dirty="0">
                <a:latin typeface="Times New Roman" panose="02020603050405020304" pitchFamily="18" charset="0"/>
                <a:cs typeface="Times New Roman" panose="02020603050405020304" pitchFamily="18" charset="0"/>
              </a:rPr>
              <a:t>Linear regression models </a:t>
            </a:r>
          </a:p>
          <a:p>
            <a:pPr marL="571500" indent="-571500">
              <a:buFont typeface="Arial" panose="020B0604020202020204" pitchFamily="34" charset="0"/>
              <a:buChar char="•"/>
            </a:pPr>
            <a:r>
              <a:rPr lang="en-US" sz="3400" dirty="0">
                <a:latin typeface="Times New Roman" panose="02020603050405020304" pitchFamily="18" charset="0"/>
                <a:cs typeface="Times New Roman" panose="02020603050405020304" pitchFamily="18" charset="0"/>
              </a:rPr>
              <a:t>Scatterplots</a:t>
            </a:r>
          </a:p>
        </p:txBody>
      </p:sp>
      <p:sp>
        <p:nvSpPr>
          <p:cNvPr id="25" name="Rectangle 24">
            <a:extLst>
              <a:ext uri="{FF2B5EF4-FFF2-40B4-BE49-F238E27FC236}">
                <a16:creationId xmlns:a16="http://schemas.microsoft.com/office/drawing/2014/main" id="{76D4AEC4-FDA9-4DCC-AB41-6178867ED87E}"/>
              </a:ext>
            </a:extLst>
          </p:cNvPr>
          <p:cNvSpPr>
            <a:spLocks noChangeArrowheads="1"/>
          </p:cNvSpPr>
          <p:nvPr/>
        </p:nvSpPr>
        <p:spPr bwMode="auto">
          <a:xfrm>
            <a:off x="525234" y="27511144"/>
            <a:ext cx="10058400" cy="873301"/>
          </a:xfrm>
          <a:prstGeom prst="rect">
            <a:avLst/>
          </a:prstGeom>
          <a:solidFill>
            <a:schemeClr val="accent2">
              <a:lumMod val="60000"/>
              <a:lumOff val="40000"/>
            </a:schemeClr>
          </a:solidFill>
          <a:ln w="12700">
            <a:noFill/>
            <a:miter lim="800000"/>
          </a:ln>
        </p:spPr>
        <p:txBody>
          <a:bodyPr wrap="none" lIns="274320" tIns="73152" rIns="274320" bIns="68563" anchor="ctr" anchorCtr="0"/>
          <a:lstStyle>
            <a:defPPr>
              <a:defRPr lang="en-US"/>
            </a:defPPr>
            <a:lvl1pPr algn="l" rtl="0" fontAlgn="base">
              <a:spcBef>
                <a:spcPct val="0"/>
              </a:spcBef>
              <a:spcAft>
                <a:spcPct val="0"/>
              </a:spcAft>
              <a:defRPr sz="3000" kern="1200">
                <a:solidFill>
                  <a:schemeClr val="tx1"/>
                </a:solidFill>
                <a:latin typeface="Arial"/>
                <a:ea typeface="+mn-ea"/>
                <a:cs typeface="+mn-cs"/>
              </a:defRPr>
            </a:lvl1pPr>
            <a:lvl2pPr marL="457200" algn="l" rtl="0" fontAlgn="base">
              <a:spcBef>
                <a:spcPct val="0"/>
              </a:spcBef>
              <a:spcAft>
                <a:spcPct val="0"/>
              </a:spcAft>
              <a:defRPr sz="3000" kern="1200">
                <a:solidFill>
                  <a:schemeClr val="tx1"/>
                </a:solidFill>
                <a:latin typeface="Arial"/>
                <a:ea typeface="+mn-ea"/>
                <a:cs typeface="+mn-cs"/>
              </a:defRPr>
            </a:lvl2pPr>
            <a:lvl3pPr marL="914400" algn="l" rtl="0" fontAlgn="base">
              <a:spcBef>
                <a:spcPct val="0"/>
              </a:spcBef>
              <a:spcAft>
                <a:spcPct val="0"/>
              </a:spcAft>
              <a:defRPr sz="3000" kern="1200">
                <a:solidFill>
                  <a:schemeClr val="tx1"/>
                </a:solidFill>
                <a:latin typeface="Arial"/>
                <a:ea typeface="+mn-ea"/>
                <a:cs typeface="+mn-cs"/>
              </a:defRPr>
            </a:lvl3pPr>
            <a:lvl4pPr marL="1371600" algn="l" rtl="0" fontAlgn="base">
              <a:spcBef>
                <a:spcPct val="0"/>
              </a:spcBef>
              <a:spcAft>
                <a:spcPct val="0"/>
              </a:spcAft>
              <a:defRPr sz="3000" kern="1200">
                <a:solidFill>
                  <a:schemeClr val="tx1"/>
                </a:solidFill>
                <a:latin typeface="Arial"/>
                <a:ea typeface="+mn-ea"/>
                <a:cs typeface="+mn-cs"/>
              </a:defRPr>
            </a:lvl4pPr>
            <a:lvl5pPr marL="1828800" algn="l" rtl="0" fontAlgn="base">
              <a:spcBef>
                <a:spcPct val="0"/>
              </a:spcBef>
              <a:spcAft>
                <a:spcPct val="0"/>
              </a:spcAft>
              <a:defRPr sz="3000" kern="1200">
                <a:solidFill>
                  <a:schemeClr val="tx1"/>
                </a:solidFill>
                <a:latin typeface="Arial"/>
                <a:ea typeface="+mn-ea"/>
                <a:cs typeface="+mn-cs"/>
              </a:defRPr>
            </a:lvl5pPr>
            <a:lvl6pPr marL="2286000" algn="l" defTabSz="914400" rtl="0" eaLnBrk="1" latinLnBrk="0" hangingPunct="1">
              <a:defRPr sz="3000" kern="1200">
                <a:solidFill>
                  <a:schemeClr val="tx1"/>
                </a:solidFill>
                <a:latin typeface="Arial"/>
                <a:ea typeface="+mn-ea"/>
                <a:cs typeface="+mn-cs"/>
              </a:defRPr>
            </a:lvl6pPr>
            <a:lvl7pPr marL="2743200" algn="l" defTabSz="914400" rtl="0" eaLnBrk="1" latinLnBrk="0" hangingPunct="1">
              <a:defRPr sz="3000" kern="1200">
                <a:solidFill>
                  <a:schemeClr val="tx1"/>
                </a:solidFill>
                <a:latin typeface="Arial"/>
                <a:ea typeface="+mn-ea"/>
                <a:cs typeface="+mn-cs"/>
              </a:defRPr>
            </a:lvl7pPr>
            <a:lvl8pPr marL="3200400" algn="l" defTabSz="914400" rtl="0" eaLnBrk="1" latinLnBrk="0" hangingPunct="1">
              <a:defRPr sz="3000" kern="1200">
                <a:solidFill>
                  <a:schemeClr val="tx1"/>
                </a:solidFill>
                <a:latin typeface="Arial"/>
                <a:ea typeface="+mn-ea"/>
                <a:cs typeface="+mn-cs"/>
              </a:defRPr>
            </a:lvl8pPr>
            <a:lvl9pPr marL="3657600" algn="l" defTabSz="914400" rtl="0" eaLnBrk="1" latinLnBrk="0" hangingPunct="1">
              <a:defRPr sz="3000" kern="1200">
                <a:solidFill>
                  <a:schemeClr val="tx1"/>
                </a:solidFill>
                <a:latin typeface="Arial"/>
                <a:ea typeface="+mn-ea"/>
                <a:cs typeface="+mn-cs"/>
              </a:defRPr>
            </a:lvl9pPr>
          </a:lstStyle>
          <a:p>
            <a:pPr defTabSz="4702588">
              <a:defRPr/>
            </a:pPr>
            <a:r>
              <a:rPr lang="en-US" sz="3600" b="1" dirty="0">
                <a:solidFill>
                  <a:schemeClr val="bg1"/>
                </a:solidFill>
                <a:latin typeface="Libre Baskerville" panose="02000000000000000000" pitchFamily="2" charset="0"/>
              </a:rPr>
              <a:t>Research Question</a:t>
            </a:r>
          </a:p>
        </p:txBody>
      </p:sp>
      <p:sp>
        <p:nvSpPr>
          <p:cNvPr id="27" name="Rectangle 26">
            <a:extLst>
              <a:ext uri="{FF2B5EF4-FFF2-40B4-BE49-F238E27FC236}">
                <a16:creationId xmlns:a16="http://schemas.microsoft.com/office/drawing/2014/main" id="{F1B18890-DE76-4473-9E1E-3198CB4321E8}"/>
              </a:ext>
            </a:extLst>
          </p:cNvPr>
          <p:cNvSpPr>
            <a:spLocks noChangeArrowheads="1"/>
          </p:cNvSpPr>
          <p:nvPr/>
        </p:nvSpPr>
        <p:spPr bwMode="auto">
          <a:xfrm>
            <a:off x="26974800" y="17684516"/>
            <a:ext cx="14096999" cy="945827"/>
          </a:xfrm>
          <a:prstGeom prst="rect">
            <a:avLst/>
          </a:prstGeom>
          <a:solidFill>
            <a:schemeClr val="accent2">
              <a:lumMod val="60000"/>
              <a:lumOff val="40000"/>
            </a:schemeClr>
          </a:solidFill>
          <a:ln w="12700">
            <a:noFill/>
            <a:miter lim="800000"/>
          </a:ln>
        </p:spPr>
        <p:txBody>
          <a:bodyPr wrap="none" lIns="274320" tIns="73152" rIns="274320" bIns="68563" anchor="ctr" anchorCtr="0"/>
          <a:lstStyle>
            <a:defPPr>
              <a:defRPr lang="en-US"/>
            </a:defPPr>
            <a:lvl1pPr algn="l" rtl="0" fontAlgn="base">
              <a:spcBef>
                <a:spcPct val="0"/>
              </a:spcBef>
              <a:spcAft>
                <a:spcPct val="0"/>
              </a:spcAft>
              <a:defRPr sz="3000" kern="1200">
                <a:solidFill>
                  <a:schemeClr val="tx1"/>
                </a:solidFill>
                <a:latin typeface="Arial"/>
                <a:ea typeface="+mn-ea"/>
                <a:cs typeface="+mn-cs"/>
              </a:defRPr>
            </a:lvl1pPr>
            <a:lvl2pPr marL="457200" algn="l" rtl="0" fontAlgn="base">
              <a:spcBef>
                <a:spcPct val="0"/>
              </a:spcBef>
              <a:spcAft>
                <a:spcPct val="0"/>
              </a:spcAft>
              <a:defRPr sz="3000" kern="1200">
                <a:solidFill>
                  <a:schemeClr val="tx1"/>
                </a:solidFill>
                <a:latin typeface="Arial"/>
                <a:ea typeface="+mn-ea"/>
                <a:cs typeface="+mn-cs"/>
              </a:defRPr>
            </a:lvl2pPr>
            <a:lvl3pPr marL="914400" algn="l" rtl="0" fontAlgn="base">
              <a:spcBef>
                <a:spcPct val="0"/>
              </a:spcBef>
              <a:spcAft>
                <a:spcPct val="0"/>
              </a:spcAft>
              <a:defRPr sz="3000" kern="1200">
                <a:solidFill>
                  <a:schemeClr val="tx1"/>
                </a:solidFill>
                <a:latin typeface="Arial"/>
                <a:ea typeface="+mn-ea"/>
                <a:cs typeface="+mn-cs"/>
              </a:defRPr>
            </a:lvl3pPr>
            <a:lvl4pPr marL="1371600" algn="l" rtl="0" fontAlgn="base">
              <a:spcBef>
                <a:spcPct val="0"/>
              </a:spcBef>
              <a:spcAft>
                <a:spcPct val="0"/>
              </a:spcAft>
              <a:defRPr sz="3000" kern="1200">
                <a:solidFill>
                  <a:schemeClr val="tx1"/>
                </a:solidFill>
                <a:latin typeface="Arial"/>
                <a:ea typeface="+mn-ea"/>
                <a:cs typeface="+mn-cs"/>
              </a:defRPr>
            </a:lvl4pPr>
            <a:lvl5pPr marL="1828800" algn="l" rtl="0" fontAlgn="base">
              <a:spcBef>
                <a:spcPct val="0"/>
              </a:spcBef>
              <a:spcAft>
                <a:spcPct val="0"/>
              </a:spcAft>
              <a:defRPr sz="3000" kern="1200">
                <a:solidFill>
                  <a:schemeClr val="tx1"/>
                </a:solidFill>
                <a:latin typeface="Arial"/>
                <a:ea typeface="+mn-ea"/>
                <a:cs typeface="+mn-cs"/>
              </a:defRPr>
            </a:lvl5pPr>
            <a:lvl6pPr marL="2286000" algn="l" defTabSz="914400" rtl="0" eaLnBrk="1" latinLnBrk="0" hangingPunct="1">
              <a:defRPr sz="3000" kern="1200">
                <a:solidFill>
                  <a:schemeClr val="tx1"/>
                </a:solidFill>
                <a:latin typeface="Arial"/>
                <a:ea typeface="+mn-ea"/>
                <a:cs typeface="+mn-cs"/>
              </a:defRPr>
            </a:lvl6pPr>
            <a:lvl7pPr marL="2743200" algn="l" defTabSz="914400" rtl="0" eaLnBrk="1" latinLnBrk="0" hangingPunct="1">
              <a:defRPr sz="3000" kern="1200">
                <a:solidFill>
                  <a:schemeClr val="tx1"/>
                </a:solidFill>
                <a:latin typeface="Arial"/>
                <a:ea typeface="+mn-ea"/>
                <a:cs typeface="+mn-cs"/>
              </a:defRPr>
            </a:lvl7pPr>
            <a:lvl8pPr marL="3200400" algn="l" defTabSz="914400" rtl="0" eaLnBrk="1" latinLnBrk="0" hangingPunct="1">
              <a:defRPr sz="3000" kern="1200">
                <a:solidFill>
                  <a:schemeClr val="tx1"/>
                </a:solidFill>
                <a:latin typeface="Arial"/>
                <a:ea typeface="+mn-ea"/>
                <a:cs typeface="+mn-cs"/>
              </a:defRPr>
            </a:lvl8pPr>
            <a:lvl9pPr marL="3657600" algn="l" defTabSz="914400" rtl="0" eaLnBrk="1" latinLnBrk="0" hangingPunct="1">
              <a:defRPr sz="3000" kern="1200">
                <a:solidFill>
                  <a:schemeClr val="tx1"/>
                </a:solidFill>
                <a:latin typeface="Arial"/>
                <a:ea typeface="+mn-ea"/>
                <a:cs typeface="+mn-cs"/>
              </a:defRPr>
            </a:lvl9pPr>
          </a:lstStyle>
          <a:p>
            <a:pPr defTabSz="4702588">
              <a:defRPr/>
            </a:pPr>
            <a:r>
              <a:rPr lang="en-US" sz="4000" b="1" dirty="0">
                <a:solidFill>
                  <a:schemeClr val="bg1"/>
                </a:solidFill>
                <a:latin typeface="Libre Baskerville" panose="02000000000000000000" pitchFamily="2" charset="0"/>
              </a:rPr>
              <a:t>Results</a:t>
            </a:r>
          </a:p>
        </p:txBody>
      </p:sp>
      <p:sp>
        <p:nvSpPr>
          <p:cNvPr id="29" name="Rectangle 28">
            <a:extLst>
              <a:ext uri="{FF2B5EF4-FFF2-40B4-BE49-F238E27FC236}">
                <a16:creationId xmlns:a16="http://schemas.microsoft.com/office/drawing/2014/main" id="{55009B54-5040-4B8B-91C3-ED7FF3B1B7D8}"/>
              </a:ext>
            </a:extLst>
          </p:cNvPr>
          <p:cNvSpPr>
            <a:spLocks noChangeArrowheads="1"/>
          </p:cNvSpPr>
          <p:nvPr/>
        </p:nvSpPr>
        <p:spPr bwMode="auto">
          <a:xfrm>
            <a:off x="37033201" y="7305440"/>
            <a:ext cx="6332766" cy="982514"/>
          </a:xfrm>
          <a:prstGeom prst="rect">
            <a:avLst/>
          </a:prstGeom>
          <a:solidFill>
            <a:schemeClr val="accent2">
              <a:lumMod val="60000"/>
              <a:lumOff val="40000"/>
            </a:schemeClr>
          </a:solidFill>
          <a:ln w="12700">
            <a:noFill/>
            <a:miter lim="800000"/>
          </a:ln>
        </p:spPr>
        <p:txBody>
          <a:bodyPr wrap="none" lIns="274320" tIns="73152" rIns="274320" bIns="68563" anchor="ctr" anchorCtr="0"/>
          <a:lstStyle>
            <a:defPPr>
              <a:defRPr lang="en-US"/>
            </a:defPPr>
            <a:lvl1pPr algn="l" rtl="0" fontAlgn="base">
              <a:spcBef>
                <a:spcPct val="0"/>
              </a:spcBef>
              <a:spcAft>
                <a:spcPct val="0"/>
              </a:spcAft>
              <a:defRPr sz="3000" kern="1200">
                <a:solidFill>
                  <a:schemeClr val="tx1"/>
                </a:solidFill>
                <a:latin typeface="Arial"/>
                <a:ea typeface="+mn-ea"/>
                <a:cs typeface="+mn-cs"/>
              </a:defRPr>
            </a:lvl1pPr>
            <a:lvl2pPr marL="457200" algn="l" rtl="0" fontAlgn="base">
              <a:spcBef>
                <a:spcPct val="0"/>
              </a:spcBef>
              <a:spcAft>
                <a:spcPct val="0"/>
              </a:spcAft>
              <a:defRPr sz="3000" kern="1200">
                <a:solidFill>
                  <a:schemeClr val="tx1"/>
                </a:solidFill>
                <a:latin typeface="Arial"/>
                <a:ea typeface="+mn-ea"/>
                <a:cs typeface="+mn-cs"/>
              </a:defRPr>
            </a:lvl2pPr>
            <a:lvl3pPr marL="914400" algn="l" rtl="0" fontAlgn="base">
              <a:spcBef>
                <a:spcPct val="0"/>
              </a:spcBef>
              <a:spcAft>
                <a:spcPct val="0"/>
              </a:spcAft>
              <a:defRPr sz="3000" kern="1200">
                <a:solidFill>
                  <a:schemeClr val="tx1"/>
                </a:solidFill>
                <a:latin typeface="Arial"/>
                <a:ea typeface="+mn-ea"/>
                <a:cs typeface="+mn-cs"/>
              </a:defRPr>
            </a:lvl3pPr>
            <a:lvl4pPr marL="1371600" algn="l" rtl="0" fontAlgn="base">
              <a:spcBef>
                <a:spcPct val="0"/>
              </a:spcBef>
              <a:spcAft>
                <a:spcPct val="0"/>
              </a:spcAft>
              <a:defRPr sz="3000" kern="1200">
                <a:solidFill>
                  <a:schemeClr val="tx1"/>
                </a:solidFill>
                <a:latin typeface="Arial"/>
                <a:ea typeface="+mn-ea"/>
                <a:cs typeface="+mn-cs"/>
              </a:defRPr>
            </a:lvl4pPr>
            <a:lvl5pPr marL="1828800" algn="l" rtl="0" fontAlgn="base">
              <a:spcBef>
                <a:spcPct val="0"/>
              </a:spcBef>
              <a:spcAft>
                <a:spcPct val="0"/>
              </a:spcAft>
              <a:defRPr sz="3000" kern="1200">
                <a:solidFill>
                  <a:schemeClr val="tx1"/>
                </a:solidFill>
                <a:latin typeface="Arial"/>
                <a:ea typeface="+mn-ea"/>
                <a:cs typeface="+mn-cs"/>
              </a:defRPr>
            </a:lvl5pPr>
            <a:lvl6pPr marL="2286000" algn="l" defTabSz="914400" rtl="0" eaLnBrk="1" latinLnBrk="0" hangingPunct="1">
              <a:defRPr sz="3000" kern="1200">
                <a:solidFill>
                  <a:schemeClr val="tx1"/>
                </a:solidFill>
                <a:latin typeface="Arial"/>
                <a:ea typeface="+mn-ea"/>
                <a:cs typeface="+mn-cs"/>
              </a:defRPr>
            </a:lvl6pPr>
            <a:lvl7pPr marL="2743200" algn="l" defTabSz="914400" rtl="0" eaLnBrk="1" latinLnBrk="0" hangingPunct="1">
              <a:defRPr sz="3000" kern="1200">
                <a:solidFill>
                  <a:schemeClr val="tx1"/>
                </a:solidFill>
                <a:latin typeface="Arial"/>
                <a:ea typeface="+mn-ea"/>
                <a:cs typeface="+mn-cs"/>
              </a:defRPr>
            </a:lvl7pPr>
            <a:lvl8pPr marL="3200400" algn="l" defTabSz="914400" rtl="0" eaLnBrk="1" latinLnBrk="0" hangingPunct="1">
              <a:defRPr sz="3000" kern="1200">
                <a:solidFill>
                  <a:schemeClr val="tx1"/>
                </a:solidFill>
                <a:latin typeface="Arial"/>
                <a:ea typeface="+mn-ea"/>
                <a:cs typeface="+mn-cs"/>
              </a:defRPr>
            </a:lvl8pPr>
            <a:lvl9pPr marL="3657600" algn="l" defTabSz="914400" rtl="0" eaLnBrk="1" latinLnBrk="0" hangingPunct="1">
              <a:defRPr sz="3000" kern="1200">
                <a:solidFill>
                  <a:schemeClr val="tx1"/>
                </a:solidFill>
                <a:latin typeface="Arial"/>
                <a:ea typeface="+mn-ea"/>
                <a:cs typeface="+mn-cs"/>
              </a:defRPr>
            </a:lvl9pPr>
          </a:lstStyle>
          <a:p>
            <a:pPr defTabSz="4702588">
              <a:defRPr/>
            </a:pPr>
            <a:r>
              <a:rPr lang="en-US" sz="3600" b="1" dirty="0">
                <a:solidFill>
                  <a:schemeClr val="bg1"/>
                </a:solidFill>
                <a:latin typeface="Libre Baskerville" panose="02000000000000000000" pitchFamily="2" charset="0"/>
              </a:rPr>
              <a:t>Conclusion</a:t>
            </a:r>
          </a:p>
        </p:txBody>
      </p:sp>
      <p:sp>
        <p:nvSpPr>
          <p:cNvPr id="30" name="TextBox 19">
            <a:extLst>
              <a:ext uri="{FF2B5EF4-FFF2-40B4-BE49-F238E27FC236}">
                <a16:creationId xmlns:a16="http://schemas.microsoft.com/office/drawing/2014/main" id="{D73BEFC1-7549-40B5-A4BD-36562574DF50}"/>
              </a:ext>
            </a:extLst>
          </p:cNvPr>
          <p:cNvSpPr txBox="1">
            <a:spLocks noChangeArrowheads="1"/>
          </p:cNvSpPr>
          <p:nvPr/>
        </p:nvSpPr>
        <p:spPr bwMode="auto">
          <a:xfrm>
            <a:off x="296653" y="18973800"/>
            <a:ext cx="12377057" cy="8094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8" tIns="45709" rIns="91418" bIns="45709">
            <a:spAutoFit/>
          </a:bodyPr>
          <a:lstStyle>
            <a:defPPr>
              <a:defRPr lang="en-US"/>
            </a:defPPr>
            <a:lvl1pPr algn="l" rtl="0" fontAlgn="base">
              <a:spcBef>
                <a:spcPct val="0"/>
              </a:spcBef>
              <a:spcAft>
                <a:spcPct val="0"/>
              </a:spcAft>
              <a:defRPr sz="3000" kern="1200">
                <a:solidFill>
                  <a:schemeClr val="tx1"/>
                </a:solidFill>
                <a:latin typeface="Arial"/>
                <a:ea typeface="+mn-ea"/>
                <a:cs typeface="+mn-cs"/>
              </a:defRPr>
            </a:lvl1pPr>
            <a:lvl2pPr marL="457200" algn="l" rtl="0" fontAlgn="base">
              <a:spcBef>
                <a:spcPct val="0"/>
              </a:spcBef>
              <a:spcAft>
                <a:spcPct val="0"/>
              </a:spcAft>
              <a:defRPr sz="3000" kern="1200">
                <a:solidFill>
                  <a:schemeClr val="tx1"/>
                </a:solidFill>
                <a:latin typeface="Arial"/>
                <a:ea typeface="+mn-ea"/>
                <a:cs typeface="+mn-cs"/>
              </a:defRPr>
            </a:lvl2pPr>
            <a:lvl3pPr marL="914400" algn="l" rtl="0" fontAlgn="base">
              <a:spcBef>
                <a:spcPct val="0"/>
              </a:spcBef>
              <a:spcAft>
                <a:spcPct val="0"/>
              </a:spcAft>
              <a:defRPr sz="3000" kern="1200">
                <a:solidFill>
                  <a:schemeClr val="tx1"/>
                </a:solidFill>
                <a:latin typeface="Arial"/>
                <a:ea typeface="+mn-ea"/>
                <a:cs typeface="+mn-cs"/>
              </a:defRPr>
            </a:lvl3pPr>
            <a:lvl4pPr marL="1371600" algn="l" rtl="0" fontAlgn="base">
              <a:spcBef>
                <a:spcPct val="0"/>
              </a:spcBef>
              <a:spcAft>
                <a:spcPct val="0"/>
              </a:spcAft>
              <a:defRPr sz="3000" kern="1200">
                <a:solidFill>
                  <a:schemeClr val="tx1"/>
                </a:solidFill>
                <a:latin typeface="Arial"/>
                <a:ea typeface="+mn-ea"/>
                <a:cs typeface="+mn-cs"/>
              </a:defRPr>
            </a:lvl4pPr>
            <a:lvl5pPr marL="1828800" algn="l" rtl="0" fontAlgn="base">
              <a:spcBef>
                <a:spcPct val="0"/>
              </a:spcBef>
              <a:spcAft>
                <a:spcPct val="0"/>
              </a:spcAft>
              <a:defRPr sz="3000" kern="1200">
                <a:solidFill>
                  <a:schemeClr val="tx1"/>
                </a:solidFill>
                <a:latin typeface="Arial"/>
                <a:ea typeface="+mn-ea"/>
                <a:cs typeface="+mn-cs"/>
              </a:defRPr>
            </a:lvl5pPr>
            <a:lvl6pPr marL="2286000" algn="l" defTabSz="914400" rtl="0" eaLnBrk="1" latinLnBrk="0" hangingPunct="1">
              <a:defRPr sz="3000" kern="1200">
                <a:solidFill>
                  <a:schemeClr val="tx1"/>
                </a:solidFill>
                <a:latin typeface="Arial"/>
                <a:ea typeface="+mn-ea"/>
                <a:cs typeface="+mn-cs"/>
              </a:defRPr>
            </a:lvl6pPr>
            <a:lvl7pPr marL="2743200" algn="l" defTabSz="914400" rtl="0" eaLnBrk="1" latinLnBrk="0" hangingPunct="1">
              <a:defRPr sz="3000" kern="1200">
                <a:solidFill>
                  <a:schemeClr val="tx1"/>
                </a:solidFill>
                <a:latin typeface="Arial"/>
                <a:ea typeface="+mn-ea"/>
                <a:cs typeface="+mn-cs"/>
              </a:defRPr>
            </a:lvl7pPr>
            <a:lvl8pPr marL="3200400" algn="l" defTabSz="914400" rtl="0" eaLnBrk="1" latinLnBrk="0" hangingPunct="1">
              <a:defRPr sz="3000" kern="1200">
                <a:solidFill>
                  <a:schemeClr val="tx1"/>
                </a:solidFill>
                <a:latin typeface="Arial"/>
                <a:ea typeface="+mn-ea"/>
                <a:cs typeface="+mn-cs"/>
              </a:defRPr>
            </a:lvl8pPr>
            <a:lvl9pPr marL="3657600" algn="l" defTabSz="914400" rtl="0" eaLnBrk="1" latinLnBrk="0" hangingPunct="1">
              <a:defRPr sz="3000" kern="1200">
                <a:solidFill>
                  <a:schemeClr val="tx1"/>
                </a:solidFill>
                <a:latin typeface="Arial"/>
                <a:ea typeface="+mn-ea"/>
                <a:cs typeface="+mn-cs"/>
              </a:defRPr>
            </a:lvl9pPr>
          </a:lstStyle>
          <a:p>
            <a:r>
              <a:rPr lang="en-US" sz="4000" dirty="0">
                <a:latin typeface="Times New Roman" panose="02020603050405020304" pitchFamily="18" charset="0"/>
                <a:cs typeface="Times New Roman" panose="02020603050405020304" pitchFamily="18" charset="0"/>
              </a:rPr>
              <a:t> Incarceration direct affects individuals within the prison system, and its effects may extend to families, communities, and neighborhoods . One area where these impacts may occur is in civic participation, particularly in voter turnout: </a:t>
            </a:r>
          </a:p>
          <a:p>
            <a:endParaRPr lang="en-US" sz="4000" dirty="0">
              <a:latin typeface="Times New Roman" panose="02020603050405020304" pitchFamily="18" charset="0"/>
              <a:cs typeface="Times New Roman" panose="02020603050405020304" pitchFamily="18" charset="0"/>
            </a:endParaRPr>
          </a:p>
          <a:p>
            <a:r>
              <a:rPr lang="en-US" sz="4000" b="1" dirty="0">
                <a:latin typeface="Times New Roman" panose="02020603050405020304" pitchFamily="18" charset="0"/>
                <a:cs typeface="Times New Roman" panose="02020603050405020304" pitchFamily="18" charset="0"/>
              </a:rPr>
              <a:t>Why this matters</a:t>
            </a:r>
          </a:p>
          <a:p>
            <a:pPr marL="571500" indent="-571500">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Mass incarceration affects political participation </a:t>
            </a:r>
          </a:p>
          <a:p>
            <a:pPr marL="571500" indent="-571500">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Formerly incarcerated individuals face voting barriers</a:t>
            </a:r>
          </a:p>
          <a:p>
            <a:pPr marL="571500" indent="-571500">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Communities with higher incarceration may experience lower voter turnout</a:t>
            </a:r>
          </a:p>
          <a:p>
            <a:pPr marL="571500" indent="-571500">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Incarceration can also weaken social networks that help spread encouraging voting behavior. </a:t>
            </a:r>
          </a:p>
        </p:txBody>
      </p:sp>
      <p:sp>
        <p:nvSpPr>
          <p:cNvPr id="31" name="Rectangle 30">
            <a:extLst>
              <a:ext uri="{FF2B5EF4-FFF2-40B4-BE49-F238E27FC236}">
                <a16:creationId xmlns:a16="http://schemas.microsoft.com/office/drawing/2014/main" id="{C93C6F59-1B0C-4EDA-8518-F88FAC8AF110}"/>
              </a:ext>
            </a:extLst>
          </p:cNvPr>
          <p:cNvSpPr>
            <a:spLocks noChangeArrowheads="1"/>
          </p:cNvSpPr>
          <p:nvPr/>
        </p:nvSpPr>
        <p:spPr bwMode="auto">
          <a:xfrm>
            <a:off x="459920" y="17657656"/>
            <a:ext cx="10058400" cy="873301"/>
          </a:xfrm>
          <a:prstGeom prst="rect">
            <a:avLst/>
          </a:prstGeom>
          <a:solidFill>
            <a:schemeClr val="accent2">
              <a:lumMod val="60000"/>
              <a:lumOff val="40000"/>
            </a:schemeClr>
          </a:solidFill>
          <a:ln w="12700">
            <a:noFill/>
            <a:miter lim="800000"/>
          </a:ln>
        </p:spPr>
        <p:txBody>
          <a:bodyPr wrap="none" lIns="274320" tIns="73152" rIns="274320" bIns="68563" anchor="ctr" anchorCtr="0"/>
          <a:lstStyle>
            <a:defPPr>
              <a:defRPr lang="en-US"/>
            </a:defPPr>
            <a:lvl1pPr algn="l" rtl="0" fontAlgn="base">
              <a:spcBef>
                <a:spcPct val="0"/>
              </a:spcBef>
              <a:spcAft>
                <a:spcPct val="0"/>
              </a:spcAft>
              <a:defRPr sz="3000" kern="1200">
                <a:solidFill>
                  <a:schemeClr val="tx1"/>
                </a:solidFill>
                <a:latin typeface="Arial"/>
                <a:ea typeface="+mn-ea"/>
                <a:cs typeface="+mn-cs"/>
              </a:defRPr>
            </a:lvl1pPr>
            <a:lvl2pPr marL="457200" algn="l" rtl="0" fontAlgn="base">
              <a:spcBef>
                <a:spcPct val="0"/>
              </a:spcBef>
              <a:spcAft>
                <a:spcPct val="0"/>
              </a:spcAft>
              <a:defRPr sz="3000" kern="1200">
                <a:solidFill>
                  <a:schemeClr val="tx1"/>
                </a:solidFill>
                <a:latin typeface="Arial"/>
                <a:ea typeface="+mn-ea"/>
                <a:cs typeface="+mn-cs"/>
              </a:defRPr>
            </a:lvl2pPr>
            <a:lvl3pPr marL="914400" algn="l" rtl="0" fontAlgn="base">
              <a:spcBef>
                <a:spcPct val="0"/>
              </a:spcBef>
              <a:spcAft>
                <a:spcPct val="0"/>
              </a:spcAft>
              <a:defRPr sz="3000" kern="1200">
                <a:solidFill>
                  <a:schemeClr val="tx1"/>
                </a:solidFill>
                <a:latin typeface="Arial"/>
                <a:ea typeface="+mn-ea"/>
                <a:cs typeface="+mn-cs"/>
              </a:defRPr>
            </a:lvl3pPr>
            <a:lvl4pPr marL="1371600" algn="l" rtl="0" fontAlgn="base">
              <a:spcBef>
                <a:spcPct val="0"/>
              </a:spcBef>
              <a:spcAft>
                <a:spcPct val="0"/>
              </a:spcAft>
              <a:defRPr sz="3000" kern="1200">
                <a:solidFill>
                  <a:schemeClr val="tx1"/>
                </a:solidFill>
                <a:latin typeface="Arial"/>
                <a:ea typeface="+mn-ea"/>
                <a:cs typeface="+mn-cs"/>
              </a:defRPr>
            </a:lvl4pPr>
            <a:lvl5pPr marL="1828800" algn="l" rtl="0" fontAlgn="base">
              <a:spcBef>
                <a:spcPct val="0"/>
              </a:spcBef>
              <a:spcAft>
                <a:spcPct val="0"/>
              </a:spcAft>
              <a:defRPr sz="3000" kern="1200">
                <a:solidFill>
                  <a:schemeClr val="tx1"/>
                </a:solidFill>
                <a:latin typeface="Arial"/>
                <a:ea typeface="+mn-ea"/>
                <a:cs typeface="+mn-cs"/>
              </a:defRPr>
            </a:lvl5pPr>
            <a:lvl6pPr marL="2286000" algn="l" defTabSz="914400" rtl="0" eaLnBrk="1" latinLnBrk="0" hangingPunct="1">
              <a:defRPr sz="3000" kern="1200">
                <a:solidFill>
                  <a:schemeClr val="tx1"/>
                </a:solidFill>
                <a:latin typeface="Arial"/>
                <a:ea typeface="+mn-ea"/>
                <a:cs typeface="+mn-cs"/>
              </a:defRPr>
            </a:lvl6pPr>
            <a:lvl7pPr marL="2743200" algn="l" defTabSz="914400" rtl="0" eaLnBrk="1" latinLnBrk="0" hangingPunct="1">
              <a:defRPr sz="3000" kern="1200">
                <a:solidFill>
                  <a:schemeClr val="tx1"/>
                </a:solidFill>
                <a:latin typeface="Arial"/>
                <a:ea typeface="+mn-ea"/>
                <a:cs typeface="+mn-cs"/>
              </a:defRPr>
            </a:lvl7pPr>
            <a:lvl8pPr marL="3200400" algn="l" defTabSz="914400" rtl="0" eaLnBrk="1" latinLnBrk="0" hangingPunct="1">
              <a:defRPr sz="3000" kern="1200">
                <a:solidFill>
                  <a:schemeClr val="tx1"/>
                </a:solidFill>
                <a:latin typeface="Arial"/>
                <a:ea typeface="+mn-ea"/>
                <a:cs typeface="+mn-cs"/>
              </a:defRPr>
            </a:lvl8pPr>
            <a:lvl9pPr marL="3657600" algn="l" defTabSz="914400" rtl="0" eaLnBrk="1" latinLnBrk="0" hangingPunct="1">
              <a:defRPr sz="3000" kern="1200">
                <a:solidFill>
                  <a:schemeClr val="tx1"/>
                </a:solidFill>
                <a:latin typeface="Arial"/>
                <a:ea typeface="+mn-ea"/>
                <a:cs typeface="+mn-cs"/>
              </a:defRPr>
            </a:lvl9pPr>
          </a:lstStyle>
          <a:p>
            <a:pPr defTabSz="4702588">
              <a:defRPr/>
            </a:pPr>
            <a:r>
              <a:rPr lang="en-US" sz="3600" b="1">
                <a:solidFill>
                  <a:schemeClr val="bg1"/>
                </a:solidFill>
                <a:latin typeface="Libre Baskerville" panose="02000000000000000000" pitchFamily="2" charset="0"/>
              </a:rPr>
              <a:t>Introduction</a:t>
            </a:r>
          </a:p>
        </p:txBody>
      </p:sp>
      <p:sp>
        <p:nvSpPr>
          <p:cNvPr id="5" name="TextBox 4">
            <a:extLst>
              <a:ext uri="{FF2B5EF4-FFF2-40B4-BE49-F238E27FC236}">
                <a16:creationId xmlns:a16="http://schemas.microsoft.com/office/drawing/2014/main" id="{2C79108E-FF82-F98D-6300-A4DAD0E02DEC}"/>
              </a:ext>
            </a:extLst>
          </p:cNvPr>
          <p:cNvSpPr txBox="1"/>
          <p:nvPr/>
        </p:nvSpPr>
        <p:spPr>
          <a:xfrm>
            <a:off x="2057400" y="6026643"/>
            <a:ext cx="27867428" cy="677108"/>
          </a:xfrm>
          <a:prstGeom prst="rect">
            <a:avLst/>
          </a:prstGeom>
          <a:noFill/>
        </p:spPr>
        <p:txBody>
          <a:bodyPr wrap="square">
            <a:spAutoFit/>
          </a:bodyPr>
          <a:lstStyle/>
          <a:p>
            <a:endParaRPr lang="en-US" dirty="0"/>
          </a:p>
        </p:txBody>
      </p:sp>
      <p:pic>
        <p:nvPicPr>
          <p:cNvPr id="7" name="Picture 6">
            <a:extLst>
              <a:ext uri="{FF2B5EF4-FFF2-40B4-BE49-F238E27FC236}">
                <a16:creationId xmlns:a16="http://schemas.microsoft.com/office/drawing/2014/main" id="{08549FD9-9417-62FC-5965-BF69DFC9AC89}"/>
              </a:ext>
            </a:extLst>
          </p:cNvPr>
          <p:cNvPicPr>
            <a:picLocks noChangeAspect="1"/>
          </p:cNvPicPr>
          <p:nvPr/>
        </p:nvPicPr>
        <p:blipFill>
          <a:blip r:embed="rId2"/>
          <a:stretch>
            <a:fillRect/>
          </a:stretch>
        </p:blipFill>
        <p:spPr>
          <a:xfrm>
            <a:off x="685801" y="4378746"/>
            <a:ext cx="4190999" cy="2560058"/>
          </a:xfrm>
          <a:prstGeom prst="rect">
            <a:avLst/>
          </a:prstGeom>
        </p:spPr>
      </p:pic>
      <p:pic>
        <p:nvPicPr>
          <p:cNvPr id="8" name="Picture 7">
            <a:extLst>
              <a:ext uri="{FF2B5EF4-FFF2-40B4-BE49-F238E27FC236}">
                <a16:creationId xmlns:a16="http://schemas.microsoft.com/office/drawing/2014/main" id="{BF474B9B-460E-5D77-8D4E-E08526B6D8ED}"/>
              </a:ext>
            </a:extLst>
          </p:cNvPr>
          <p:cNvPicPr>
            <a:picLocks noChangeAspect="1"/>
          </p:cNvPicPr>
          <p:nvPr/>
        </p:nvPicPr>
        <p:blipFill>
          <a:blip r:embed="rId3"/>
          <a:stretch>
            <a:fillRect/>
          </a:stretch>
        </p:blipFill>
        <p:spPr>
          <a:xfrm>
            <a:off x="12342977" y="18769211"/>
            <a:ext cx="13937877" cy="10514796"/>
          </a:xfrm>
          <a:prstGeom prst="rect">
            <a:avLst/>
          </a:prstGeom>
        </p:spPr>
      </p:pic>
      <p:sp>
        <p:nvSpPr>
          <p:cNvPr id="9" name="TextBox 8">
            <a:extLst>
              <a:ext uri="{FF2B5EF4-FFF2-40B4-BE49-F238E27FC236}">
                <a16:creationId xmlns:a16="http://schemas.microsoft.com/office/drawing/2014/main" id="{E5825576-8782-20DD-D25C-745C7D1720BA}"/>
              </a:ext>
            </a:extLst>
          </p:cNvPr>
          <p:cNvSpPr txBox="1"/>
          <p:nvPr/>
        </p:nvSpPr>
        <p:spPr>
          <a:xfrm>
            <a:off x="13319320" y="29551185"/>
            <a:ext cx="12970001" cy="2123658"/>
          </a:xfrm>
          <a:prstGeom prst="rect">
            <a:avLst/>
          </a:prstGeom>
          <a:noFill/>
        </p:spPr>
        <p:txBody>
          <a:bodyPr wrap="square" rtlCol="0">
            <a:spAutoFit/>
          </a:bodyPr>
          <a:lstStyle/>
          <a:p>
            <a:r>
              <a:rPr lang="en-US" sz="4400" dirty="0">
                <a:latin typeface="Times New Roman" panose="02020603050405020304" pitchFamily="18" charset="0"/>
                <a:cs typeface="Times New Roman" panose="02020603050405020304" pitchFamily="18" charset="0"/>
              </a:rPr>
              <a:t>Counties in the southern U.S show higher incarceration rates than in the Northwest. Incarceration rates are not evenly distributed across the US.  </a:t>
            </a:r>
          </a:p>
        </p:txBody>
      </p:sp>
      <p:sp>
        <p:nvSpPr>
          <p:cNvPr id="10" name="Rectangle 9">
            <a:extLst>
              <a:ext uri="{FF2B5EF4-FFF2-40B4-BE49-F238E27FC236}">
                <a16:creationId xmlns:a16="http://schemas.microsoft.com/office/drawing/2014/main" id="{8DAD8C0A-8720-CD16-291B-701BB9A900E9}"/>
              </a:ext>
            </a:extLst>
          </p:cNvPr>
          <p:cNvSpPr>
            <a:spLocks noChangeArrowheads="1"/>
          </p:cNvSpPr>
          <p:nvPr/>
        </p:nvSpPr>
        <p:spPr bwMode="auto">
          <a:xfrm>
            <a:off x="26517600" y="7305439"/>
            <a:ext cx="10058400" cy="873301"/>
          </a:xfrm>
          <a:prstGeom prst="rect">
            <a:avLst/>
          </a:prstGeom>
          <a:solidFill>
            <a:schemeClr val="accent2">
              <a:lumMod val="60000"/>
              <a:lumOff val="40000"/>
            </a:schemeClr>
          </a:solidFill>
          <a:ln w="12700">
            <a:noFill/>
            <a:miter lim="800000"/>
          </a:ln>
        </p:spPr>
        <p:txBody>
          <a:bodyPr wrap="none" lIns="274320" tIns="73152" rIns="274320" bIns="68563" anchor="ctr" anchorCtr="0"/>
          <a:lstStyle>
            <a:defPPr>
              <a:defRPr lang="en-US"/>
            </a:defPPr>
            <a:lvl1pPr algn="l" rtl="0" fontAlgn="base">
              <a:spcBef>
                <a:spcPct val="0"/>
              </a:spcBef>
              <a:spcAft>
                <a:spcPct val="0"/>
              </a:spcAft>
              <a:defRPr sz="3000" kern="1200">
                <a:solidFill>
                  <a:schemeClr val="tx1"/>
                </a:solidFill>
                <a:latin typeface="Arial"/>
                <a:ea typeface="+mn-ea"/>
                <a:cs typeface="+mn-cs"/>
              </a:defRPr>
            </a:lvl1pPr>
            <a:lvl2pPr marL="457200" algn="l" rtl="0" fontAlgn="base">
              <a:spcBef>
                <a:spcPct val="0"/>
              </a:spcBef>
              <a:spcAft>
                <a:spcPct val="0"/>
              </a:spcAft>
              <a:defRPr sz="3000" kern="1200">
                <a:solidFill>
                  <a:schemeClr val="tx1"/>
                </a:solidFill>
                <a:latin typeface="Arial"/>
                <a:ea typeface="+mn-ea"/>
                <a:cs typeface="+mn-cs"/>
              </a:defRPr>
            </a:lvl2pPr>
            <a:lvl3pPr marL="914400" algn="l" rtl="0" fontAlgn="base">
              <a:spcBef>
                <a:spcPct val="0"/>
              </a:spcBef>
              <a:spcAft>
                <a:spcPct val="0"/>
              </a:spcAft>
              <a:defRPr sz="3000" kern="1200">
                <a:solidFill>
                  <a:schemeClr val="tx1"/>
                </a:solidFill>
                <a:latin typeface="Arial"/>
                <a:ea typeface="+mn-ea"/>
                <a:cs typeface="+mn-cs"/>
              </a:defRPr>
            </a:lvl3pPr>
            <a:lvl4pPr marL="1371600" algn="l" rtl="0" fontAlgn="base">
              <a:spcBef>
                <a:spcPct val="0"/>
              </a:spcBef>
              <a:spcAft>
                <a:spcPct val="0"/>
              </a:spcAft>
              <a:defRPr sz="3000" kern="1200">
                <a:solidFill>
                  <a:schemeClr val="tx1"/>
                </a:solidFill>
                <a:latin typeface="Arial"/>
                <a:ea typeface="+mn-ea"/>
                <a:cs typeface="+mn-cs"/>
              </a:defRPr>
            </a:lvl4pPr>
            <a:lvl5pPr marL="1828800" algn="l" rtl="0" fontAlgn="base">
              <a:spcBef>
                <a:spcPct val="0"/>
              </a:spcBef>
              <a:spcAft>
                <a:spcPct val="0"/>
              </a:spcAft>
              <a:defRPr sz="3000" kern="1200">
                <a:solidFill>
                  <a:schemeClr val="tx1"/>
                </a:solidFill>
                <a:latin typeface="Arial"/>
                <a:ea typeface="+mn-ea"/>
                <a:cs typeface="+mn-cs"/>
              </a:defRPr>
            </a:lvl5pPr>
            <a:lvl6pPr marL="2286000" algn="l" defTabSz="914400" rtl="0" eaLnBrk="1" latinLnBrk="0" hangingPunct="1">
              <a:defRPr sz="3000" kern="1200">
                <a:solidFill>
                  <a:schemeClr val="tx1"/>
                </a:solidFill>
                <a:latin typeface="Arial"/>
                <a:ea typeface="+mn-ea"/>
                <a:cs typeface="+mn-cs"/>
              </a:defRPr>
            </a:lvl6pPr>
            <a:lvl7pPr marL="2743200" algn="l" defTabSz="914400" rtl="0" eaLnBrk="1" latinLnBrk="0" hangingPunct="1">
              <a:defRPr sz="3000" kern="1200">
                <a:solidFill>
                  <a:schemeClr val="tx1"/>
                </a:solidFill>
                <a:latin typeface="Arial"/>
                <a:ea typeface="+mn-ea"/>
                <a:cs typeface="+mn-cs"/>
              </a:defRPr>
            </a:lvl7pPr>
            <a:lvl8pPr marL="3200400" algn="l" defTabSz="914400" rtl="0" eaLnBrk="1" latinLnBrk="0" hangingPunct="1">
              <a:defRPr sz="3000" kern="1200">
                <a:solidFill>
                  <a:schemeClr val="tx1"/>
                </a:solidFill>
                <a:latin typeface="Arial"/>
                <a:ea typeface="+mn-ea"/>
                <a:cs typeface="+mn-cs"/>
              </a:defRPr>
            </a:lvl8pPr>
            <a:lvl9pPr marL="3657600" algn="l" defTabSz="914400" rtl="0" eaLnBrk="1" latinLnBrk="0" hangingPunct="1">
              <a:defRPr sz="3000" kern="1200">
                <a:solidFill>
                  <a:schemeClr val="tx1"/>
                </a:solidFill>
                <a:latin typeface="Arial"/>
                <a:ea typeface="+mn-ea"/>
                <a:cs typeface="+mn-cs"/>
              </a:defRPr>
            </a:lvl9pPr>
          </a:lstStyle>
          <a:p>
            <a:pPr defTabSz="4702588">
              <a:defRPr/>
            </a:pPr>
            <a:r>
              <a:rPr lang="en-US" sz="3600" b="1" dirty="0">
                <a:solidFill>
                  <a:schemeClr val="bg1"/>
                </a:solidFill>
                <a:latin typeface="Libre Baskerville" panose="02000000000000000000" pitchFamily="2" charset="0"/>
              </a:rPr>
              <a:t>Data/Methodology</a:t>
            </a:r>
          </a:p>
        </p:txBody>
      </p:sp>
      <p:pic>
        <p:nvPicPr>
          <p:cNvPr id="12" name="Picture 11">
            <a:extLst>
              <a:ext uri="{FF2B5EF4-FFF2-40B4-BE49-F238E27FC236}">
                <a16:creationId xmlns:a16="http://schemas.microsoft.com/office/drawing/2014/main" id="{82B6364E-A17A-8A9B-8542-21B98994DE6A}"/>
              </a:ext>
            </a:extLst>
          </p:cNvPr>
          <p:cNvPicPr>
            <a:picLocks noChangeAspect="1"/>
          </p:cNvPicPr>
          <p:nvPr/>
        </p:nvPicPr>
        <p:blipFill>
          <a:blip r:embed="rId4"/>
          <a:stretch>
            <a:fillRect/>
          </a:stretch>
        </p:blipFill>
        <p:spPr>
          <a:xfrm>
            <a:off x="12071156" y="7424319"/>
            <a:ext cx="13532409" cy="8334950"/>
          </a:xfrm>
          <a:prstGeom prst="rect">
            <a:avLst/>
          </a:prstGeom>
        </p:spPr>
      </p:pic>
      <p:sp>
        <p:nvSpPr>
          <p:cNvPr id="13" name="Rectangle 12">
            <a:extLst>
              <a:ext uri="{FF2B5EF4-FFF2-40B4-BE49-F238E27FC236}">
                <a16:creationId xmlns:a16="http://schemas.microsoft.com/office/drawing/2014/main" id="{72412616-9446-CC27-E961-960E34B430B8}"/>
              </a:ext>
            </a:extLst>
          </p:cNvPr>
          <p:cNvSpPr/>
          <p:nvPr/>
        </p:nvSpPr>
        <p:spPr bwMode="auto">
          <a:xfrm>
            <a:off x="636173" y="28549820"/>
            <a:ext cx="11681049" cy="4368579"/>
          </a:xfrm>
          <a:prstGeom prst="rect">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4703763"/>
            <a:r>
              <a:rPr lang="en-US" sz="4400" b="1" dirty="0">
                <a:latin typeface="Times New Roman" panose="02020603050405020304" pitchFamily="18" charset="0"/>
                <a:cs typeface="Times New Roman" panose="02020603050405020304" pitchFamily="18" charset="0"/>
              </a:rPr>
              <a:t>To what extent are higher incarceration rates associated with lower voter turnout across U.S. counties?</a:t>
            </a:r>
          </a:p>
          <a:p>
            <a:pPr defTabSz="4703763"/>
            <a:endParaRPr lang="en-US" sz="4400" b="1" dirty="0">
              <a:latin typeface="Times New Roman" panose="02020603050405020304" pitchFamily="18" charset="0"/>
              <a:cs typeface="Times New Roman" panose="02020603050405020304" pitchFamily="18" charset="0"/>
            </a:endParaRPr>
          </a:p>
          <a:p>
            <a:pPr defTabSz="4703763"/>
            <a:r>
              <a:rPr lang="en-US" sz="4400" u="sng" dirty="0">
                <a:latin typeface="Times New Roman" panose="02020603050405020304" pitchFamily="18" charset="0"/>
                <a:cs typeface="Times New Roman" panose="02020603050405020304" pitchFamily="18" charset="0"/>
              </a:rPr>
              <a:t>Sub-question</a:t>
            </a:r>
            <a:r>
              <a:rPr lang="en-US" sz="4400" dirty="0">
                <a:latin typeface="Times New Roman" panose="02020603050405020304" pitchFamily="18" charset="0"/>
                <a:cs typeface="Times New Roman" panose="02020603050405020304" pitchFamily="18" charset="0"/>
              </a:rPr>
              <a:t>: Which regions are most affected by both incarceration and civic underrepresentation? </a:t>
            </a:r>
          </a:p>
          <a:p>
            <a:pPr defTabSz="4703763"/>
            <a:endParaRPr lang="en-US" sz="4400"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994F954D-3305-18AA-D9ED-89A06760D557}"/>
              </a:ext>
            </a:extLst>
          </p:cNvPr>
          <p:cNvSpPr txBox="1"/>
          <p:nvPr/>
        </p:nvSpPr>
        <p:spPr>
          <a:xfrm>
            <a:off x="12317222" y="16156125"/>
            <a:ext cx="14709303" cy="184665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Counties with higher incarceration rates generally report lower voter turnout. The relationship appears strongest in parts of the Southern United States. </a:t>
            </a:r>
          </a:p>
        </p:txBody>
      </p:sp>
      <p:sp>
        <p:nvSpPr>
          <p:cNvPr id="15" name="TextBox 14">
            <a:extLst>
              <a:ext uri="{FF2B5EF4-FFF2-40B4-BE49-F238E27FC236}">
                <a16:creationId xmlns:a16="http://schemas.microsoft.com/office/drawing/2014/main" id="{51B01719-C03D-E3ED-884A-9691DB223F35}"/>
              </a:ext>
            </a:extLst>
          </p:cNvPr>
          <p:cNvSpPr txBox="1"/>
          <p:nvPr/>
        </p:nvSpPr>
        <p:spPr>
          <a:xfrm>
            <a:off x="27026525" y="18838665"/>
            <a:ext cx="10635343" cy="5355312"/>
          </a:xfrm>
          <a:prstGeom prst="rect">
            <a:avLst/>
          </a:prstGeom>
          <a:noFill/>
        </p:spPr>
        <p:txBody>
          <a:bodyPr wrap="square" rtlCol="0">
            <a:spAutoFit/>
          </a:bodyPr>
          <a:lstStyle/>
          <a:p>
            <a:pPr marL="571500" indent="-57150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Higher incarceration associated with lower voter turnout. </a:t>
            </a:r>
          </a:p>
          <a:p>
            <a:pPr marL="571500" indent="-57150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Geographic clustering stronger in the South.</a:t>
            </a:r>
          </a:p>
          <a:p>
            <a:pPr marL="571500" indent="-57150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Regional differences have a role in turnout variation</a:t>
            </a:r>
          </a:p>
          <a:p>
            <a:pPr marL="571500" indent="-5715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Statistically significant after controlling for population. </a:t>
            </a:r>
          </a:p>
          <a:p>
            <a:pPr marL="571500" indent="-5715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Exposure to institutions has more impact. </a:t>
            </a:r>
          </a:p>
          <a:p>
            <a:endParaRPr lang="en-US"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F4D3CB93-8B4B-6CC7-46B5-807DF7284BE2}"/>
              </a:ext>
            </a:extLst>
          </p:cNvPr>
          <p:cNvPicPr>
            <a:picLocks noChangeAspect="1"/>
          </p:cNvPicPr>
          <p:nvPr/>
        </p:nvPicPr>
        <p:blipFill>
          <a:blip r:embed="rId5"/>
          <a:stretch>
            <a:fillRect/>
          </a:stretch>
        </p:blipFill>
        <p:spPr>
          <a:xfrm>
            <a:off x="29625002" y="23601625"/>
            <a:ext cx="13326624" cy="6933352"/>
          </a:xfrm>
          <a:prstGeom prst="rect">
            <a:avLst/>
          </a:prstGeom>
        </p:spPr>
      </p:pic>
      <p:sp>
        <p:nvSpPr>
          <p:cNvPr id="17" name="TextBox 16">
            <a:extLst>
              <a:ext uri="{FF2B5EF4-FFF2-40B4-BE49-F238E27FC236}">
                <a16:creationId xmlns:a16="http://schemas.microsoft.com/office/drawing/2014/main" id="{52D59609-E369-2915-0530-BA5DBD7F3637}"/>
              </a:ext>
            </a:extLst>
          </p:cNvPr>
          <p:cNvSpPr txBox="1"/>
          <p:nvPr/>
        </p:nvSpPr>
        <p:spPr>
          <a:xfrm>
            <a:off x="30251400" y="30831449"/>
            <a:ext cx="10820400" cy="1800493"/>
          </a:xfrm>
          <a:prstGeom prst="rect">
            <a:avLst/>
          </a:prstGeom>
          <a:noFill/>
        </p:spPr>
        <p:txBody>
          <a:bodyPr wrap="square" rtlCol="0">
            <a:spAutoFit/>
          </a:bodyPr>
          <a:lstStyle/>
          <a:p>
            <a:r>
              <a:rPr lang="en-US" sz="3700" dirty="0">
                <a:latin typeface="Times New Roman" panose="02020603050405020304" pitchFamily="18" charset="0"/>
                <a:cs typeface="Times New Roman" panose="02020603050405020304" pitchFamily="18" charset="0"/>
              </a:rPr>
              <a:t>Standardized regression coefficients suggest that higher jail population rates are associated with lower voter turnout, even after accounting for population differences</a:t>
            </a:r>
          </a:p>
        </p:txBody>
      </p:sp>
      <p:sp>
        <p:nvSpPr>
          <p:cNvPr id="18" name="TextBox 17">
            <a:extLst>
              <a:ext uri="{FF2B5EF4-FFF2-40B4-BE49-F238E27FC236}">
                <a16:creationId xmlns:a16="http://schemas.microsoft.com/office/drawing/2014/main" id="{F1ACF3D9-2B59-6662-6B74-72BEDB7A45FC}"/>
              </a:ext>
            </a:extLst>
          </p:cNvPr>
          <p:cNvSpPr txBox="1"/>
          <p:nvPr/>
        </p:nvSpPr>
        <p:spPr>
          <a:xfrm>
            <a:off x="36694564" y="8863510"/>
            <a:ext cx="7236607" cy="6863417"/>
          </a:xfrm>
          <a:prstGeom prst="rect">
            <a:avLst/>
          </a:prstGeom>
          <a:noFill/>
        </p:spPr>
        <p:txBody>
          <a:bodyPr wrap="square" rtlCol="0">
            <a:spAutoFit/>
          </a:bodyPr>
          <a:lstStyle/>
          <a:p>
            <a:pPr marL="571500" indent="-571500">
              <a:buFont typeface="Arial" panose="020B0604020202020204" pitchFamily="34" charset="0"/>
              <a:buChar char="•"/>
            </a:pPr>
            <a:r>
              <a:rPr lang="en-US" sz="4400" b="1" dirty="0">
                <a:latin typeface="Times New Roman" panose="02020603050405020304" pitchFamily="18" charset="0"/>
                <a:cs typeface="Times New Roman" panose="02020603050405020304" pitchFamily="18" charset="0"/>
              </a:rPr>
              <a:t>Mass incarceration </a:t>
            </a:r>
            <a:r>
              <a:rPr lang="en-US" sz="4400" dirty="0">
                <a:latin typeface="Times New Roman" panose="02020603050405020304" pitchFamily="18" charset="0"/>
                <a:cs typeface="Times New Roman" panose="02020603050405020304" pitchFamily="18" charset="0"/>
              </a:rPr>
              <a:t>may reduce civic engagement</a:t>
            </a:r>
          </a:p>
          <a:p>
            <a:pPr marL="571500" indent="-571500">
              <a:buFont typeface="Arial" panose="020B0604020202020204" pitchFamily="34" charset="0"/>
              <a:buChar char="•"/>
            </a:pPr>
            <a:r>
              <a:rPr lang="en-US" sz="4400" dirty="0">
                <a:latin typeface="Times New Roman" panose="02020603050405020304" pitchFamily="18" charset="0"/>
                <a:cs typeface="Times New Roman" panose="02020603050405020304" pitchFamily="18" charset="0"/>
              </a:rPr>
              <a:t>Communities with higher incarceration rates exhibit lower political trust.</a:t>
            </a:r>
          </a:p>
          <a:p>
            <a:pPr marL="571500" indent="-571500">
              <a:buFont typeface="Arial" panose="020B0604020202020204" pitchFamily="34" charset="0"/>
              <a:buChar char="•"/>
            </a:pPr>
            <a:r>
              <a:rPr lang="en-US" sz="4400" b="1" dirty="0">
                <a:latin typeface="Times New Roman" panose="02020603050405020304" pitchFamily="18" charset="0"/>
                <a:cs typeface="Times New Roman" panose="02020603050405020304" pitchFamily="18" charset="0"/>
              </a:rPr>
              <a:t>Geographic inequality </a:t>
            </a:r>
            <a:r>
              <a:rPr lang="en-US" sz="4400" dirty="0">
                <a:latin typeface="Times New Roman" panose="02020603050405020304" pitchFamily="18" charset="0"/>
                <a:cs typeface="Times New Roman" panose="02020603050405020304" pitchFamily="18" charset="0"/>
              </a:rPr>
              <a:t>remains visible</a:t>
            </a:r>
          </a:p>
          <a:p>
            <a:pPr marL="571500" indent="-571500">
              <a:buFont typeface="Arial" panose="020B0604020202020204" pitchFamily="34" charset="0"/>
              <a:buChar char="•"/>
            </a:pPr>
            <a:r>
              <a:rPr lang="en-US" sz="4400" dirty="0">
                <a:latin typeface="Times New Roman" panose="02020603050405020304" pitchFamily="18" charset="0"/>
                <a:cs typeface="Times New Roman" panose="02020603050405020304" pitchFamily="18" charset="0"/>
              </a:rPr>
              <a:t> </a:t>
            </a:r>
            <a:r>
              <a:rPr lang="en-US" sz="4400" b="1" dirty="0">
                <a:latin typeface="Times New Roman" panose="02020603050405020304" pitchFamily="18" charset="0"/>
                <a:cs typeface="Times New Roman" panose="02020603050405020304" pitchFamily="18" charset="0"/>
              </a:rPr>
              <a:t>Civic outreach and voting education </a:t>
            </a:r>
            <a:r>
              <a:rPr lang="en-US" sz="4400" dirty="0">
                <a:latin typeface="Times New Roman" panose="02020603050405020304" pitchFamily="18" charset="0"/>
                <a:cs typeface="Times New Roman" panose="02020603050405020304" pitchFamily="18" charset="0"/>
              </a:rPr>
              <a:t>may improve participation. </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intellectualsage|08-2022"/>
</p:tagLst>
</file>

<file path=ppt/theme/theme1.xml><?xml version="1.0" encoding="utf-8"?>
<a:theme xmlns:a="http://schemas.openxmlformats.org/drawingml/2006/main" name="Default Desig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3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3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5124</TotalTime>
  <Words>409</Words>
  <Application>Microsoft Office PowerPoint</Application>
  <PresentationFormat>Custom</PresentationFormat>
  <Paragraphs>53</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Libre Baskerville</vt:lpstr>
      <vt:lpstr>Times New Roman</vt:lpstr>
      <vt:lpstr>Montserrat Light</vt:lpstr>
      <vt:lpstr>Default Design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to make a scientific poster</dc:title>
  <dc:subject>Free Research Poster</dc:subject>
  <dc:creator>Graphicsland/MakeSigns.com</dc:creator>
  <cp:keywords>scientific, research, template, custom, poster, presentation, symposium, printing, PowerPoint, create, design, example, sample, download</cp:keywords>
  <dc:description>This is a free template from MakeSigns.com to help you create the perfect scientific poster.</dc:description>
  <cp:lastModifiedBy>Conor de Leeuw</cp:lastModifiedBy>
  <cp:revision>28</cp:revision>
  <dcterms:modified xsi:type="dcterms:W3CDTF">2026-05-14T18:46:07Z</dcterms:modified>
  <cp:category>templates for scientific poster</cp:category>
</cp:coreProperties>
</file>